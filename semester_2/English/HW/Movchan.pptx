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84900" y="367300"/>
            <a:ext cx="5278500" cy="23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1.Leo Tolstoy - Anna Karenina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2.”Back to the Future” (1 part)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3.”Breaking bad”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4.”Mad world”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5. -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6. Las Lajas Sanctuary, Colombia</a:t>
            </a:r>
            <a:endParaRPr sz="2400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275" y="2721700"/>
            <a:ext cx="3401574" cy="2267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5825" y="2721700"/>
            <a:ext cx="4031504" cy="226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6200" y="427275"/>
            <a:ext cx="3732949" cy="214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