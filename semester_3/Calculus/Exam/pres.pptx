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584200" rtl="0" fontAlgn="auto" latinLnBrk="0" hangingPunct="0">
      <a:lnSpc>
        <a:spcPct val="100000"/>
      </a:lnSpc>
      <a:spcBef>
        <a:spcPts val="3300"/>
      </a:spcBef>
      <a:spcAft>
        <a:spcPts val="0"/>
      </a:spcAft>
      <a:buClrTx/>
      <a:buSzTx/>
      <a:buFontTx/>
      <a:buNone/>
      <a:tabLst/>
      <a:defRPr kumimoji="0" sz="4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venir Next Demi Bold"/>
        <a:ea typeface="Avenir Next Demi Bold"/>
        <a:cs typeface="Avenir Next Demi Bold"/>
        <a:sym typeface="Avenir Next Demi Bold"/>
      </a:defRPr>
    </a:lvl1pPr>
    <a:lvl2pPr marL="0" marR="0" indent="457200" algn="l" defTabSz="584200" rtl="0" fontAlgn="auto" latinLnBrk="0" hangingPunct="0">
      <a:lnSpc>
        <a:spcPct val="100000"/>
      </a:lnSpc>
      <a:spcBef>
        <a:spcPts val="3300"/>
      </a:spcBef>
      <a:spcAft>
        <a:spcPts val="0"/>
      </a:spcAft>
      <a:buClrTx/>
      <a:buSzTx/>
      <a:buFontTx/>
      <a:buNone/>
      <a:tabLst/>
      <a:defRPr kumimoji="0" sz="4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venir Next Demi Bold"/>
        <a:ea typeface="Avenir Next Demi Bold"/>
        <a:cs typeface="Avenir Next Demi Bold"/>
        <a:sym typeface="Avenir Next Demi Bold"/>
      </a:defRPr>
    </a:lvl2pPr>
    <a:lvl3pPr marL="0" marR="0" indent="914400" algn="l" defTabSz="584200" rtl="0" fontAlgn="auto" latinLnBrk="0" hangingPunct="0">
      <a:lnSpc>
        <a:spcPct val="100000"/>
      </a:lnSpc>
      <a:spcBef>
        <a:spcPts val="3300"/>
      </a:spcBef>
      <a:spcAft>
        <a:spcPts val="0"/>
      </a:spcAft>
      <a:buClrTx/>
      <a:buSzTx/>
      <a:buFontTx/>
      <a:buNone/>
      <a:tabLst/>
      <a:defRPr kumimoji="0" sz="4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venir Next Demi Bold"/>
        <a:ea typeface="Avenir Next Demi Bold"/>
        <a:cs typeface="Avenir Next Demi Bold"/>
        <a:sym typeface="Avenir Next Demi Bold"/>
      </a:defRPr>
    </a:lvl3pPr>
    <a:lvl4pPr marL="0" marR="0" indent="1371600" algn="l" defTabSz="584200" rtl="0" fontAlgn="auto" latinLnBrk="0" hangingPunct="0">
      <a:lnSpc>
        <a:spcPct val="100000"/>
      </a:lnSpc>
      <a:spcBef>
        <a:spcPts val="3300"/>
      </a:spcBef>
      <a:spcAft>
        <a:spcPts val="0"/>
      </a:spcAft>
      <a:buClrTx/>
      <a:buSzTx/>
      <a:buFontTx/>
      <a:buNone/>
      <a:tabLst/>
      <a:defRPr kumimoji="0" sz="4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venir Next Demi Bold"/>
        <a:ea typeface="Avenir Next Demi Bold"/>
        <a:cs typeface="Avenir Next Demi Bold"/>
        <a:sym typeface="Avenir Next Demi Bold"/>
      </a:defRPr>
    </a:lvl4pPr>
    <a:lvl5pPr marL="0" marR="0" indent="1828800" algn="l" defTabSz="584200" rtl="0" fontAlgn="auto" latinLnBrk="0" hangingPunct="0">
      <a:lnSpc>
        <a:spcPct val="100000"/>
      </a:lnSpc>
      <a:spcBef>
        <a:spcPts val="3300"/>
      </a:spcBef>
      <a:spcAft>
        <a:spcPts val="0"/>
      </a:spcAft>
      <a:buClrTx/>
      <a:buSzTx/>
      <a:buFontTx/>
      <a:buNone/>
      <a:tabLst/>
      <a:defRPr kumimoji="0" sz="4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venir Next Demi Bold"/>
        <a:ea typeface="Avenir Next Demi Bold"/>
        <a:cs typeface="Avenir Next Demi Bold"/>
        <a:sym typeface="Avenir Next Demi Bold"/>
      </a:defRPr>
    </a:lvl5pPr>
    <a:lvl6pPr marL="0" marR="0" indent="2286000" algn="l" defTabSz="584200" rtl="0" fontAlgn="auto" latinLnBrk="0" hangingPunct="0">
      <a:lnSpc>
        <a:spcPct val="100000"/>
      </a:lnSpc>
      <a:spcBef>
        <a:spcPts val="3300"/>
      </a:spcBef>
      <a:spcAft>
        <a:spcPts val="0"/>
      </a:spcAft>
      <a:buClrTx/>
      <a:buSzTx/>
      <a:buFontTx/>
      <a:buNone/>
      <a:tabLst/>
      <a:defRPr kumimoji="0" sz="4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venir Next Demi Bold"/>
        <a:ea typeface="Avenir Next Demi Bold"/>
        <a:cs typeface="Avenir Next Demi Bold"/>
        <a:sym typeface="Avenir Next Demi Bold"/>
      </a:defRPr>
    </a:lvl6pPr>
    <a:lvl7pPr marL="0" marR="0" indent="2743200" algn="l" defTabSz="584200" rtl="0" fontAlgn="auto" latinLnBrk="0" hangingPunct="0">
      <a:lnSpc>
        <a:spcPct val="100000"/>
      </a:lnSpc>
      <a:spcBef>
        <a:spcPts val="3300"/>
      </a:spcBef>
      <a:spcAft>
        <a:spcPts val="0"/>
      </a:spcAft>
      <a:buClrTx/>
      <a:buSzTx/>
      <a:buFontTx/>
      <a:buNone/>
      <a:tabLst/>
      <a:defRPr kumimoji="0" sz="4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venir Next Demi Bold"/>
        <a:ea typeface="Avenir Next Demi Bold"/>
        <a:cs typeface="Avenir Next Demi Bold"/>
        <a:sym typeface="Avenir Next Demi Bold"/>
      </a:defRPr>
    </a:lvl7pPr>
    <a:lvl8pPr marL="0" marR="0" indent="3200400" algn="l" defTabSz="584200" rtl="0" fontAlgn="auto" latinLnBrk="0" hangingPunct="0">
      <a:lnSpc>
        <a:spcPct val="100000"/>
      </a:lnSpc>
      <a:spcBef>
        <a:spcPts val="3300"/>
      </a:spcBef>
      <a:spcAft>
        <a:spcPts val="0"/>
      </a:spcAft>
      <a:buClrTx/>
      <a:buSzTx/>
      <a:buFontTx/>
      <a:buNone/>
      <a:tabLst/>
      <a:defRPr kumimoji="0" sz="4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venir Next Demi Bold"/>
        <a:ea typeface="Avenir Next Demi Bold"/>
        <a:cs typeface="Avenir Next Demi Bold"/>
        <a:sym typeface="Avenir Next Demi Bold"/>
      </a:defRPr>
    </a:lvl8pPr>
    <a:lvl9pPr marL="0" marR="0" indent="3657600" algn="l" defTabSz="584200" rtl="0" fontAlgn="auto" latinLnBrk="0" hangingPunct="0">
      <a:lnSpc>
        <a:spcPct val="100000"/>
      </a:lnSpc>
      <a:spcBef>
        <a:spcPts val="3300"/>
      </a:spcBef>
      <a:spcAft>
        <a:spcPts val="0"/>
      </a:spcAft>
      <a:buClrTx/>
      <a:buSzTx/>
      <a:buFontTx/>
      <a:buNone/>
      <a:tabLst/>
      <a:defRPr kumimoji="0" sz="4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venir Next Demi Bold"/>
        <a:ea typeface="Avenir Next Demi Bold"/>
        <a:cs typeface="Avenir Next Demi Bold"/>
        <a:sym typeface="Avenir Next Demi Bold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Avenir Next Demi Bold"/>
          <a:ea typeface="Avenir Next Demi Bold"/>
          <a:cs typeface="Avenir Next Demi 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Avenir Next Demi Bold"/>
          <a:ea typeface="Avenir Next Demi Bold"/>
          <a:cs typeface="Avenir Next Demi 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Avenir Next Demi Bold"/>
          <a:ea typeface="Avenir Next Demi Bold"/>
          <a:cs typeface="Avenir Next Demi 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Avenir Next Demi Bold"/>
          <a:ea typeface="Avenir Next Demi Bold"/>
          <a:cs typeface="Avenir Next Demi 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chemeClr val="accent4"/>
          </a:solidFill>
        </a:fill>
      </a:tcStyle>
    </a:firstCol>
    <a:lastRow>
      <a:tcTxStyle b="on" i="off">
        <a:font>
          <a:latin typeface="Avenir Next Demi Bold"/>
          <a:ea typeface="Avenir Next Demi Bold"/>
          <a:cs typeface="Avenir Next Demi 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Avenir Next Demi Bold"/>
          <a:ea typeface="Avenir Next Demi Bold"/>
          <a:cs typeface="Avenir Next Demi 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254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EFA07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Avenir Next Demi Bold"/>
          <a:ea typeface="Avenir Next Demi Bold"/>
          <a:cs typeface="Avenir Next Demi Bold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254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Avenir Next Demi Bold"/>
          <a:ea typeface="Avenir Next Demi Bold"/>
          <a:cs typeface="Avenir Next Demi Bold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254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chemeClr val="accent4">
              <a:hueOff val="3712597"/>
              <a:satOff val="-23099"/>
              <a:lumOff val="5802"/>
            </a:schemeClr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Avenir Next Demi Bold"/>
          <a:ea typeface="Avenir Next Demi Bold"/>
          <a:cs typeface="Avenir Next Demi Bold"/>
        </a:font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9BCEF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Avenir Next Demi Bold"/>
          <a:ea typeface="Avenir Next Demi Bold"/>
          <a:cs typeface="Avenir Next Demi Bold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2871FF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Avenir Next Demi Bold"/>
          <a:ea typeface="Avenir Next Demi Bold"/>
          <a:cs typeface="Avenir Next Demi Bold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D1F6"/>
          </a:solidFill>
        </a:fill>
      </a:tcStyle>
    </a:firstCol>
    <a:lastRow>
      <a:tcTxStyle b="on" i="off">
        <a:font>
          <a:latin typeface="Avenir Next Demi Bold"/>
          <a:ea typeface="Avenir Next Demi Bold"/>
          <a:cs typeface="Avenir Next Demi Bold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Avenir Next Demi Bold"/>
          <a:ea typeface="Avenir Next Demi Bold"/>
          <a:cs typeface="Avenir Next Demi Bold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E7FE9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D5D5D5"/>
          </a:solidFill>
        </a:fill>
      </a:tcStyle>
    </a:wholeTbl>
    <a:band2H>
      <a:tcTxStyle/>
      <a:tcStyle>
        <a:tcBdr/>
        <a:fill>
          <a:solidFill>
            <a:srgbClr val="EAEAEA"/>
          </a:solidFill>
        </a:fill>
      </a:tcStyle>
    </a:band2H>
    <a:firstCol>
      <a:tcTxStyle b="on" i="off">
        <a:font>
          <a:latin typeface="Avenir Next Demi Bold"/>
          <a:ea typeface="Avenir Next Demi Bold"/>
          <a:cs typeface="Avenir Next Demi Bold"/>
        </a:font>
        <a:srgbClr val="FFFFFF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929292"/>
          </a:solidFill>
        </a:fill>
      </a:tcStyle>
    </a:firstCol>
    <a:lastRow>
      <a:tcTxStyle b="on" i="off">
        <a:font>
          <a:latin typeface="Avenir Next Demi Bold"/>
          <a:ea typeface="Avenir Next Demi Bold"/>
          <a:cs typeface="Avenir Next Demi Bold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D5D5D5"/>
          </a:solidFill>
        </a:fill>
      </a:tcStyle>
    </a:lastRow>
    <a:firstRow>
      <a:tcTxStyle b="on" i="off">
        <a:font>
          <a:latin typeface="Avenir Next Demi Bold"/>
          <a:ea typeface="Avenir Next Demi Bold"/>
          <a:cs typeface="Avenir Next Demi Bold"/>
        </a:font>
        <a:srgbClr val="FFFFFF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92929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6327"/>
  </p:normalViewPr>
  <p:slideViewPr>
    <p:cSldViewPr snapToGrid="0">
      <p:cViewPr varScale="1">
        <p:scale>
          <a:sx n="64" d="100"/>
          <a:sy n="64" d="100"/>
        </p:scale>
        <p:origin x="48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Shape 18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82" name="Shape 182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Заголовок презентации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Заголовок презентации</a:t>
            </a:r>
          </a:p>
        </p:txBody>
      </p:sp>
      <p:sp>
        <p:nvSpPr>
          <p:cNvPr id="12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Подзаголовок презентации 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3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Заголовок и фото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Вид под углом снизу на здание и пальмы под ясным небом"/>
          <p:cNvSpPr>
            <a:spLocks noGrp="1"/>
          </p:cNvSpPr>
          <p:nvPr>
            <p:ph type="pic" idx="21"/>
          </p:nvPr>
        </p:nvSpPr>
        <p:spPr>
          <a:xfrm>
            <a:off x="-254000" y="-3937000"/>
            <a:ext cx="24980900" cy="18739909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21" name="Заголовок презентации"/>
          <p:cNvSpPr txBox="1">
            <a:spLocks noGrp="1"/>
          </p:cNvSpPr>
          <p:nvPr>
            <p:ph type="title" hasCustomPrompt="1"/>
          </p:nvPr>
        </p:nvSpPr>
        <p:spPr>
          <a:xfrm>
            <a:off x="1295400" y="4384675"/>
            <a:ext cx="21869400" cy="4699000"/>
          </a:xfrm>
          <a:prstGeom prst="rect">
            <a:avLst/>
          </a:prstGeom>
        </p:spPr>
        <p:txBody>
          <a:bodyPr/>
          <a:lstStyle/>
          <a:p>
            <a:r>
              <a:t>Заголовок презентации</a:t>
            </a:r>
          </a:p>
        </p:txBody>
      </p:sp>
      <p:sp>
        <p:nvSpPr>
          <p:cNvPr id="22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95400" y="9268776"/>
            <a:ext cx="21869400" cy="1422714"/>
          </a:xfrm>
          <a:prstGeom prst="rect">
            <a:avLst/>
          </a:prstGeom>
        </p:spPr>
        <p:txBody>
          <a:bodyPr/>
          <a:lstStyle/>
          <a:p>
            <a:r>
              <a:t>Подзаголовок презентации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23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Заголовок и фото (вариант)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Прямоугольник"/>
          <p:cNvSpPr/>
          <p:nvPr/>
        </p:nvSpPr>
        <p:spPr>
          <a:xfrm>
            <a:off x="-1" y="1270000"/>
            <a:ext cx="24384001" cy="12446000"/>
          </a:xfrm>
          <a:prstGeom prst="rect">
            <a:avLst/>
          </a:prstGeom>
          <a:solidFill>
            <a:srgbClr val="FFFFFF">
              <a:alpha val="90149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1531">
              <a:spcBef>
                <a:spcPts val="0"/>
              </a:spcBef>
              <a:defRPr sz="2200" spc="-44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1" name="Вид под углом снизу на пальму на фоне небоскребов Дубая"/>
          <p:cNvSpPr>
            <a:spLocks noGrp="1"/>
          </p:cNvSpPr>
          <p:nvPr>
            <p:ph type="pic" idx="21"/>
          </p:nvPr>
        </p:nvSpPr>
        <p:spPr>
          <a:xfrm>
            <a:off x="14033251" y="-897806"/>
            <a:ext cx="10349536" cy="15511609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32" name="Заголовок слайда"/>
          <p:cNvSpPr txBox="1">
            <a:spLocks noGrp="1"/>
          </p:cNvSpPr>
          <p:nvPr>
            <p:ph type="title" hasCustomPrompt="1"/>
          </p:nvPr>
        </p:nvSpPr>
        <p:spPr>
          <a:xfrm>
            <a:off x="1295400" y="3743016"/>
            <a:ext cx="11442700" cy="5334001"/>
          </a:xfrm>
          <a:prstGeom prst="rect">
            <a:avLst/>
          </a:prstGeom>
        </p:spPr>
        <p:txBody>
          <a:bodyPr/>
          <a:lstStyle/>
          <a:p>
            <a:r>
              <a:t>Заголовок слайда</a:t>
            </a:r>
          </a:p>
        </p:txBody>
      </p:sp>
      <p:sp>
        <p:nvSpPr>
          <p:cNvPr id="3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95400" y="9271000"/>
            <a:ext cx="11442700" cy="3175000"/>
          </a:xfrm>
          <a:prstGeom prst="rect">
            <a:avLst/>
          </a:prstGeom>
        </p:spPr>
        <p:txBody>
          <a:bodyPr/>
          <a:lstStyle/>
          <a:p>
            <a:r>
              <a:t>Подзаголовок слайда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34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Заголовок и пункт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Прямоугольник"/>
          <p:cNvSpPr/>
          <p:nvPr/>
        </p:nvSpPr>
        <p:spPr>
          <a:xfrm>
            <a:off x="-1" y="1270000"/>
            <a:ext cx="24384001" cy="12446000"/>
          </a:xfrm>
          <a:prstGeom prst="rect">
            <a:avLst/>
          </a:prstGeom>
          <a:solidFill>
            <a:srgbClr val="FFFFFF">
              <a:alpha val="90149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1531">
              <a:spcBef>
                <a:spcPts val="0"/>
              </a:spcBef>
              <a:defRPr sz="2200" spc="-44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2" name="Автор и дата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95400" y="12955885"/>
            <a:ext cx="21869400" cy="429261"/>
          </a:xfrm>
          <a:prstGeom prst="rect">
            <a:avLst/>
          </a:prstGeom>
        </p:spPr>
        <p:txBody>
          <a:bodyPr/>
          <a:lstStyle>
            <a:lvl1pPr defTabSz="566674">
              <a:spcBef>
                <a:spcPts val="3100"/>
              </a:spcBef>
              <a:defRPr sz="1940" spc="-58"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r>
              <a:t>Автор и дата</a:t>
            </a:r>
          </a:p>
        </p:txBody>
      </p:sp>
      <p:sp>
        <p:nvSpPr>
          <p:cNvPr id="43" name="Подзаголовок слайда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1295400" y="3543455"/>
            <a:ext cx="21869400" cy="694056"/>
          </a:xfrm>
          <a:prstGeom prst="rect">
            <a:avLst/>
          </a:prstGeom>
        </p:spPr>
        <p:txBody>
          <a:bodyPr/>
          <a:lstStyle>
            <a:lvl1pPr defTabSz="572516">
              <a:defRPr sz="3430" spc="-102"/>
            </a:lvl1pPr>
          </a:lstStyle>
          <a:p>
            <a:r>
              <a:t>Подзаголовок слайда</a:t>
            </a:r>
          </a:p>
        </p:txBody>
      </p:sp>
      <p:sp>
        <p:nvSpPr>
          <p:cNvPr id="44" name="Заголовок слайда"/>
          <p:cNvSpPr txBox="1">
            <a:spLocks noGrp="1"/>
          </p:cNvSpPr>
          <p:nvPr>
            <p:ph type="title" hasCustomPrompt="1"/>
          </p:nvPr>
        </p:nvSpPr>
        <p:spPr>
          <a:xfrm>
            <a:off x="1295400" y="1620697"/>
            <a:ext cx="21869400" cy="1778386"/>
          </a:xfrm>
          <a:prstGeom prst="rect">
            <a:avLst/>
          </a:prstGeom>
        </p:spPr>
        <p:txBody>
          <a:bodyPr anchor="t"/>
          <a:lstStyle>
            <a:lvl1pPr defTabSz="584200">
              <a:defRPr sz="10000" spc="-400"/>
            </a:lvl1pPr>
          </a:lstStyle>
          <a:p>
            <a:r>
              <a:t>Заголовок слайда</a:t>
            </a:r>
          </a:p>
        </p:txBody>
      </p:sp>
      <p:sp>
        <p:nvSpPr>
          <p:cNvPr id="45" name="Уровень текста 1…"/>
          <p:cNvSpPr txBox="1">
            <a:spLocks noGrp="1"/>
          </p:cNvSpPr>
          <p:nvPr>
            <p:ph type="body" idx="1" hasCustomPrompt="1"/>
          </p:nvPr>
        </p:nvSpPr>
        <p:spPr>
          <a:xfrm>
            <a:off x="1295400" y="5270500"/>
            <a:ext cx="21869400" cy="7137400"/>
          </a:xfrm>
          <a:prstGeom prst="rect">
            <a:avLst/>
          </a:prstGeom>
        </p:spPr>
        <p:txBody>
          <a:bodyPr/>
          <a:lstStyle>
            <a:lvl1pPr defTabSz="584200">
              <a:spcBef>
                <a:spcPts val="3300"/>
              </a:spcBef>
              <a:defRPr sz="4000" cap="none" spc="0"/>
            </a:lvl1pPr>
            <a:lvl2pPr defTabSz="584200">
              <a:spcBef>
                <a:spcPts val="3300"/>
              </a:spcBef>
              <a:defRPr sz="4000" cap="none" spc="0"/>
            </a:lvl2pPr>
            <a:lvl3pPr defTabSz="584200">
              <a:spcBef>
                <a:spcPts val="3300"/>
              </a:spcBef>
              <a:defRPr sz="4000" cap="none" spc="0"/>
            </a:lvl3pPr>
            <a:lvl4pPr defTabSz="584200">
              <a:spcBef>
                <a:spcPts val="3300"/>
              </a:spcBef>
              <a:defRPr sz="4000" cap="none" spc="0"/>
            </a:lvl4pPr>
            <a:lvl5pPr defTabSz="584200">
              <a:spcBef>
                <a:spcPts val="3300"/>
              </a:spcBef>
              <a:defRPr sz="4000" cap="none" spc="0"/>
            </a:lvl5pPr>
          </a:lstStyle>
          <a:p>
            <a:r>
              <a:t>Текст пункта на слайде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6" name="Номер слайда"/>
          <p:cNvSpPr txBox="1">
            <a:spLocks noGrp="1"/>
          </p:cNvSpPr>
          <p:nvPr>
            <p:ph type="sldNum" sz="quarter" idx="2"/>
          </p:nvPr>
        </p:nvSpPr>
        <p:spPr>
          <a:xfrm>
            <a:off x="23550795" y="12966045"/>
            <a:ext cx="379477" cy="4191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Пункт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Прямоугольник"/>
          <p:cNvSpPr/>
          <p:nvPr/>
        </p:nvSpPr>
        <p:spPr>
          <a:xfrm>
            <a:off x="-1" y="1270000"/>
            <a:ext cx="24384001" cy="12446000"/>
          </a:xfrm>
          <a:prstGeom prst="rect">
            <a:avLst/>
          </a:prstGeom>
          <a:solidFill>
            <a:srgbClr val="FFFFFF">
              <a:alpha val="90149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1531">
              <a:spcBef>
                <a:spcPts val="0"/>
              </a:spcBef>
              <a:defRPr sz="2200" spc="-44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4" name="Автор и дата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95400" y="12955885"/>
            <a:ext cx="21869400" cy="429261"/>
          </a:xfrm>
          <a:prstGeom prst="rect">
            <a:avLst/>
          </a:prstGeom>
        </p:spPr>
        <p:txBody>
          <a:bodyPr/>
          <a:lstStyle>
            <a:lvl1pPr defTabSz="566674">
              <a:spcBef>
                <a:spcPts val="3100"/>
              </a:spcBef>
              <a:defRPr sz="1940" spc="-58"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r>
              <a:t>Автор и дата</a:t>
            </a:r>
          </a:p>
        </p:txBody>
      </p:sp>
      <p:sp>
        <p:nvSpPr>
          <p:cNvPr id="55" name="Уровень текста 1…"/>
          <p:cNvSpPr txBox="1">
            <a:spLocks noGrp="1"/>
          </p:cNvSpPr>
          <p:nvPr>
            <p:ph type="body" idx="1" hasCustomPrompt="1"/>
          </p:nvPr>
        </p:nvSpPr>
        <p:spPr>
          <a:xfrm>
            <a:off x="1295400" y="5270500"/>
            <a:ext cx="21869400" cy="7135317"/>
          </a:xfrm>
          <a:prstGeom prst="rect">
            <a:avLst/>
          </a:prstGeom>
        </p:spPr>
        <p:txBody>
          <a:bodyPr numCol="2" spcCol="1093469"/>
          <a:lstStyle>
            <a:lvl1pPr defTabSz="584200">
              <a:spcBef>
                <a:spcPts val="3300"/>
              </a:spcBef>
              <a:defRPr sz="4000" cap="none" spc="0"/>
            </a:lvl1pPr>
            <a:lvl2pPr defTabSz="584200">
              <a:spcBef>
                <a:spcPts val="3300"/>
              </a:spcBef>
              <a:defRPr sz="4000" cap="none" spc="0"/>
            </a:lvl2pPr>
            <a:lvl3pPr defTabSz="584200">
              <a:spcBef>
                <a:spcPts val="3300"/>
              </a:spcBef>
              <a:defRPr sz="4000" cap="none" spc="0"/>
            </a:lvl3pPr>
            <a:lvl4pPr defTabSz="584200">
              <a:spcBef>
                <a:spcPts val="3300"/>
              </a:spcBef>
              <a:defRPr sz="4000" cap="none" spc="0"/>
            </a:lvl4pPr>
            <a:lvl5pPr defTabSz="584200">
              <a:spcBef>
                <a:spcPts val="3300"/>
              </a:spcBef>
              <a:defRPr sz="4000" cap="none" spc="0"/>
            </a:lvl5pPr>
          </a:lstStyle>
          <a:p>
            <a:r>
              <a:t>Текст пункта на слайде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56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Заголовок, пункты и фото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Прямоугольник"/>
          <p:cNvSpPr/>
          <p:nvPr/>
        </p:nvSpPr>
        <p:spPr>
          <a:xfrm>
            <a:off x="-1" y="1270000"/>
            <a:ext cx="24384001" cy="12446000"/>
          </a:xfrm>
          <a:prstGeom prst="rect">
            <a:avLst/>
          </a:prstGeom>
          <a:solidFill>
            <a:srgbClr val="FFFFFF">
              <a:alpha val="90149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1531">
              <a:spcBef>
                <a:spcPts val="0"/>
              </a:spcBef>
              <a:defRPr sz="2200" spc="-44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64" name="Сине-белый складной стул рядом с бассейном, в котором плавает синий надувной круг"/>
          <p:cNvSpPr>
            <a:spLocks noGrp="1"/>
          </p:cNvSpPr>
          <p:nvPr>
            <p:ph type="pic" idx="21"/>
          </p:nvPr>
        </p:nvSpPr>
        <p:spPr>
          <a:xfrm>
            <a:off x="14034290" y="-250431"/>
            <a:ext cx="10358781" cy="1422956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65" name="Уровень текста 1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95400" y="5257800"/>
            <a:ext cx="11442700" cy="6886575"/>
          </a:xfrm>
          <a:prstGeom prst="rect">
            <a:avLst/>
          </a:prstGeom>
        </p:spPr>
        <p:txBody>
          <a:bodyPr/>
          <a:lstStyle>
            <a:lvl1pPr defTabSz="584200">
              <a:spcBef>
                <a:spcPts val="3300"/>
              </a:spcBef>
              <a:defRPr sz="4000" cap="none" spc="0"/>
            </a:lvl1pPr>
            <a:lvl2pPr defTabSz="584200">
              <a:spcBef>
                <a:spcPts val="3300"/>
              </a:spcBef>
              <a:defRPr sz="4000" cap="none" spc="0"/>
            </a:lvl2pPr>
            <a:lvl3pPr defTabSz="584200">
              <a:spcBef>
                <a:spcPts val="3300"/>
              </a:spcBef>
              <a:defRPr sz="4000" cap="none" spc="0"/>
            </a:lvl3pPr>
            <a:lvl4pPr defTabSz="584200">
              <a:spcBef>
                <a:spcPts val="3300"/>
              </a:spcBef>
              <a:defRPr sz="4000" cap="none" spc="0"/>
            </a:lvl4pPr>
            <a:lvl5pPr defTabSz="584200">
              <a:spcBef>
                <a:spcPts val="3300"/>
              </a:spcBef>
              <a:defRPr sz="4000" cap="none" spc="0"/>
            </a:lvl5pPr>
          </a:lstStyle>
          <a:p>
            <a:r>
              <a:t>Текст пункта на слайде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66" name="Автор и дата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1295400" y="12955885"/>
            <a:ext cx="11442700" cy="429261"/>
          </a:xfrm>
          <a:prstGeom prst="rect">
            <a:avLst/>
          </a:prstGeom>
        </p:spPr>
        <p:txBody>
          <a:bodyPr/>
          <a:lstStyle>
            <a:lvl1pPr defTabSz="566674">
              <a:spcBef>
                <a:spcPts val="3100"/>
              </a:spcBef>
              <a:defRPr sz="1940" spc="-58"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r>
              <a:t>Автор и дата</a:t>
            </a:r>
          </a:p>
        </p:txBody>
      </p:sp>
      <p:sp>
        <p:nvSpPr>
          <p:cNvPr id="67" name="Заголовок слайда"/>
          <p:cNvSpPr txBox="1">
            <a:spLocks noGrp="1"/>
          </p:cNvSpPr>
          <p:nvPr>
            <p:ph type="title" hasCustomPrompt="1"/>
          </p:nvPr>
        </p:nvSpPr>
        <p:spPr>
          <a:xfrm>
            <a:off x="1295400" y="1625600"/>
            <a:ext cx="11442700" cy="2466975"/>
          </a:xfrm>
          <a:prstGeom prst="rect">
            <a:avLst/>
          </a:prstGeom>
        </p:spPr>
        <p:txBody>
          <a:bodyPr anchor="t"/>
          <a:lstStyle>
            <a:lvl1pPr defTabSz="584200">
              <a:defRPr sz="10000" spc="-400"/>
            </a:lvl1pPr>
          </a:lstStyle>
          <a:p>
            <a:r>
              <a:t>Заголовок слайда</a:t>
            </a:r>
          </a:p>
        </p:txBody>
      </p:sp>
      <p:sp>
        <p:nvSpPr>
          <p:cNvPr id="68" name="Подзаголовок слайда"/>
          <p:cNvSpPr txBox="1">
            <a:spLocks noGrp="1"/>
          </p:cNvSpPr>
          <p:nvPr>
            <p:ph type="body" sz="quarter" idx="23" hasCustomPrompt="1"/>
          </p:nvPr>
        </p:nvSpPr>
        <p:spPr>
          <a:xfrm>
            <a:off x="1295400" y="4092575"/>
            <a:ext cx="11442701" cy="678372"/>
          </a:xfrm>
          <a:prstGeom prst="rect">
            <a:avLst/>
          </a:prstGeom>
        </p:spPr>
        <p:txBody>
          <a:bodyPr/>
          <a:lstStyle>
            <a:lvl1pPr defTabSz="554990">
              <a:defRPr sz="3325" spc="-99"/>
            </a:lvl1pPr>
          </a:lstStyle>
          <a:p>
            <a:r>
              <a:t>Подзаголовок слайда</a:t>
            </a:r>
          </a:p>
        </p:txBody>
      </p:sp>
      <p:sp>
        <p:nvSpPr>
          <p:cNvPr id="69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Заголовок, пункты, видео — мелко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Прямоугольник"/>
          <p:cNvSpPr/>
          <p:nvPr/>
        </p:nvSpPr>
        <p:spPr>
          <a:xfrm>
            <a:off x="-1" y="1270000"/>
            <a:ext cx="24384001" cy="12446000"/>
          </a:xfrm>
          <a:prstGeom prst="rect">
            <a:avLst/>
          </a:prstGeom>
          <a:solidFill>
            <a:srgbClr val="FFFFFF">
              <a:alpha val="90149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1531">
              <a:spcBef>
                <a:spcPts val="0"/>
              </a:spcBef>
              <a:defRPr sz="2200" spc="-44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77" name="Уровень текста 1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95400" y="5257800"/>
            <a:ext cx="11442700" cy="6886575"/>
          </a:xfrm>
          <a:prstGeom prst="rect">
            <a:avLst/>
          </a:prstGeom>
        </p:spPr>
        <p:txBody>
          <a:bodyPr/>
          <a:lstStyle>
            <a:lvl1pPr defTabSz="584200">
              <a:spcBef>
                <a:spcPts val="3300"/>
              </a:spcBef>
              <a:defRPr sz="4000" cap="none" spc="0"/>
            </a:lvl1pPr>
            <a:lvl2pPr defTabSz="584200">
              <a:spcBef>
                <a:spcPts val="3300"/>
              </a:spcBef>
              <a:defRPr sz="4000" cap="none" spc="0"/>
            </a:lvl2pPr>
            <a:lvl3pPr defTabSz="584200">
              <a:spcBef>
                <a:spcPts val="3300"/>
              </a:spcBef>
              <a:defRPr sz="4000" cap="none" spc="0"/>
            </a:lvl3pPr>
            <a:lvl4pPr defTabSz="584200">
              <a:spcBef>
                <a:spcPts val="3300"/>
              </a:spcBef>
              <a:defRPr sz="4000" cap="none" spc="0"/>
            </a:lvl4pPr>
            <a:lvl5pPr defTabSz="584200">
              <a:spcBef>
                <a:spcPts val="3300"/>
              </a:spcBef>
              <a:defRPr sz="4000" cap="none" spc="0"/>
            </a:lvl5pPr>
          </a:lstStyle>
          <a:p>
            <a:r>
              <a:t>Текст пункта на слайде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78" name="Автор и дата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95400" y="12955885"/>
            <a:ext cx="11442700" cy="429261"/>
          </a:xfrm>
          <a:prstGeom prst="rect">
            <a:avLst/>
          </a:prstGeom>
        </p:spPr>
        <p:txBody>
          <a:bodyPr/>
          <a:lstStyle>
            <a:lvl1pPr defTabSz="566674">
              <a:spcBef>
                <a:spcPts val="3100"/>
              </a:spcBef>
              <a:defRPr sz="1940" spc="-58"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r>
              <a:t>Автор и дата</a:t>
            </a:r>
          </a:p>
        </p:txBody>
      </p:sp>
      <p:sp>
        <p:nvSpPr>
          <p:cNvPr id="79" name="Заголовок слайда"/>
          <p:cNvSpPr txBox="1">
            <a:spLocks noGrp="1"/>
          </p:cNvSpPr>
          <p:nvPr>
            <p:ph type="title" hasCustomPrompt="1"/>
          </p:nvPr>
        </p:nvSpPr>
        <p:spPr>
          <a:xfrm>
            <a:off x="1295400" y="1625600"/>
            <a:ext cx="11442700" cy="2466975"/>
          </a:xfrm>
          <a:prstGeom prst="rect">
            <a:avLst/>
          </a:prstGeom>
        </p:spPr>
        <p:txBody>
          <a:bodyPr anchor="t"/>
          <a:lstStyle>
            <a:lvl1pPr defTabSz="584200">
              <a:defRPr sz="10000" spc="-400"/>
            </a:lvl1pPr>
          </a:lstStyle>
          <a:p>
            <a:r>
              <a:t>Заголовок слайда</a:t>
            </a:r>
          </a:p>
        </p:txBody>
      </p:sp>
      <p:sp>
        <p:nvSpPr>
          <p:cNvPr id="80" name="Подзаголовок слайда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1295400" y="4092575"/>
            <a:ext cx="11442701" cy="678372"/>
          </a:xfrm>
          <a:prstGeom prst="rect">
            <a:avLst/>
          </a:prstGeom>
        </p:spPr>
        <p:txBody>
          <a:bodyPr/>
          <a:lstStyle>
            <a:lvl1pPr defTabSz="554990">
              <a:defRPr sz="3325" spc="-99"/>
            </a:lvl1pPr>
          </a:lstStyle>
          <a:p>
            <a:r>
              <a:t>Подзаголовок слайда</a:t>
            </a:r>
          </a:p>
        </p:txBody>
      </p:sp>
      <p:sp>
        <p:nvSpPr>
          <p:cNvPr id="81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Заголовок, пункты и видеотрансляция — крупно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Прямоугольник"/>
          <p:cNvSpPr/>
          <p:nvPr/>
        </p:nvSpPr>
        <p:spPr>
          <a:xfrm>
            <a:off x="-1" y="1270000"/>
            <a:ext cx="24384001" cy="12446000"/>
          </a:xfrm>
          <a:prstGeom prst="rect">
            <a:avLst/>
          </a:prstGeom>
          <a:solidFill>
            <a:srgbClr val="FFFFFF">
              <a:alpha val="90149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1531">
              <a:spcBef>
                <a:spcPts val="0"/>
              </a:spcBef>
              <a:defRPr sz="2200" spc="-44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89" name="Уровень текста 1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95400" y="5257800"/>
            <a:ext cx="11442700" cy="6886575"/>
          </a:xfrm>
          <a:prstGeom prst="rect">
            <a:avLst/>
          </a:prstGeom>
        </p:spPr>
        <p:txBody>
          <a:bodyPr/>
          <a:lstStyle>
            <a:lvl1pPr defTabSz="584200">
              <a:spcBef>
                <a:spcPts val="3300"/>
              </a:spcBef>
              <a:defRPr sz="4000" cap="none" spc="0"/>
            </a:lvl1pPr>
            <a:lvl2pPr defTabSz="584200">
              <a:spcBef>
                <a:spcPts val="3300"/>
              </a:spcBef>
              <a:defRPr sz="4000" cap="none" spc="0"/>
            </a:lvl2pPr>
            <a:lvl3pPr defTabSz="584200">
              <a:spcBef>
                <a:spcPts val="3300"/>
              </a:spcBef>
              <a:defRPr sz="4000" cap="none" spc="0"/>
            </a:lvl3pPr>
            <a:lvl4pPr defTabSz="584200">
              <a:spcBef>
                <a:spcPts val="3300"/>
              </a:spcBef>
              <a:defRPr sz="4000" cap="none" spc="0"/>
            </a:lvl4pPr>
            <a:lvl5pPr defTabSz="584200">
              <a:spcBef>
                <a:spcPts val="3300"/>
              </a:spcBef>
              <a:defRPr sz="4000" cap="none" spc="0"/>
            </a:lvl5pPr>
          </a:lstStyle>
          <a:p>
            <a:r>
              <a:t>Текст пункта на слайде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90" name="Автор и дата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95400" y="12955885"/>
            <a:ext cx="11442700" cy="429261"/>
          </a:xfrm>
          <a:prstGeom prst="rect">
            <a:avLst/>
          </a:prstGeom>
        </p:spPr>
        <p:txBody>
          <a:bodyPr/>
          <a:lstStyle>
            <a:lvl1pPr defTabSz="566674">
              <a:spcBef>
                <a:spcPts val="3100"/>
              </a:spcBef>
              <a:defRPr sz="1940" spc="-58"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r>
              <a:t>Автор и дата</a:t>
            </a:r>
          </a:p>
        </p:txBody>
      </p:sp>
      <p:sp>
        <p:nvSpPr>
          <p:cNvPr id="91" name="Заголовок слайда"/>
          <p:cNvSpPr txBox="1">
            <a:spLocks noGrp="1"/>
          </p:cNvSpPr>
          <p:nvPr>
            <p:ph type="title" hasCustomPrompt="1"/>
          </p:nvPr>
        </p:nvSpPr>
        <p:spPr>
          <a:xfrm>
            <a:off x="1295400" y="1625600"/>
            <a:ext cx="11442700" cy="2466975"/>
          </a:xfrm>
          <a:prstGeom prst="rect">
            <a:avLst/>
          </a:prstGeom>
        </p:spPr>
        <p:txBody>
          <a:bodyPr anchor="t"/>
          <a:lstStyle>
            <a:lvl1pPr defTabSz="584200">
              <a:defRPr sz="10000" spc="-400"/>
            </a:lvl1pPr>
          </a:lstStyle>
          <a:p>
            <a:r>
              <a:t>Заголовок слайда</a:t>
            </a:r>
          </a:p>
        </p:txBody>
      </p:sp>
      <p:sp>
        <p:nvSpPr>
          <p:cNvPr id="92" name="Подзаголовок слайда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1295400" y="4092575"/>
            <a:ext cx="11442701" cy="678372"/>
          </a:xfrm>
          <a:prstGeom prst="rect">
            <a:avLst/>
          </a:prstGeom>
        </p:spPr>
        <p:txBody>
          <a:bodyPr/>
          <a:lstStyle>
            <a:lvl1pPr defTabSz="554990">
              <a:defRPr sz="3325" spc="-99"/>
            </a:lvl1pPr>
          </a:lstStyle>
          <a:p>
            <a:r>
              <a:t>Подзаголовок слайда</a:t>
            </a:r>
          </a:p>
        </p:txBody>
      </p:sp>
      <p:sp>
        <p:nvSpPr>
          <p:cNvPr id="93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Раздел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Заголовок раздела"/>
          <p:cNvSpPr txBox="1">
            <a:spLocks noGrp="1"/>
          </p:cNvSpPr>
          <p:nvPr>
            <p:ph type="title" hasCustomPrompt="1"/>
          </p:nvPr>
        </p:nvSpPr>
        <p:spPr>
          <a:xfrm>
            <a:off x="1295400" y="5404408"/>
            <a:ext cx="21869400" cy="2881785"/>
          </a:xfrm>
          <a:prstGeom prst="rect">
            <a:avLst/>
          </a:prstGeom>
        </p:spPr>
        <p:txBody>
          <a:bodyPr anchor="ctr"/>
          <a:lstStyle>
            <a:lvl1pPr defTabSz="825500">
              <a:defRPr sz="10200" spc="-408"/>
            </a:lvl1pPr>
          </a:lstStyle>
          <a:p>
            <a:r>
              <a:t>Заголовок раздела</a:t>
            </a:r>
          </a:p>
        </p:txBody>
      </p:sp>
      <p:sp>
        <p:nvSpPr>
          <p:cNvPr id="101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Только заголовок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Прямоугольник"/>
          <p:cNvSpPr/>
          <p:nvPr/>
        </p:nvSpPr>
        <p:spPr>
          <a:xfrm>
            <a:off x="-1" y="1270000"/>
            <a:ext cx="24384001" cy="12446000"/>
          </a:xfrm>
          <a:prstGeom prst="rect">
            <a:avLst/>
          </a:prstGeom>
          <a:solidFill>
            <a:srgbClr val="FFFFFF">
              <a:alpha val="8500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1531">
              <a:spcBef>
                <a:spcPts val="0"/>
              </a:spcBef>
              <a:defRPr sz="2200" spc="-44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09" name="Автор и дата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95400" y="12955885"/>
            <a:ext cx="21869400" cy="429261"/>
          </a:xfrm>
          <a:prstGeom prst="rect">
            <a:avLst/>
          </a:prstGeom>
        </p:spPr>
        <p:txBody>
          <a:bodyPr/>
          <a:lstStyle>
            <a:lvl1pPr defTabSz="566674">
              <a:spcBef>
                <a:spcPts val="3100"/>
              </a:spcBef>
              <a:defRPr sz="1940" spc="-58"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r>
              <a:t>Автор и дата</a:t>
            </a:r>
          </a:p>
        </p:txBody>
      </p:sp>
      <p:sp>
        <p:nvSpPr>
          <p:cNvPr id="110" name="Подзаголовок слайда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1295400" y="3543455"/>
            <a:ext cx="21869400" cy="694056"/>
          </a:xfrm>
          <a:prstGeom prst="rect">
            <a:avLst/>
          </a:prstGeom>
        </p:spPr>
        <p:txBody>
          <a:bodyPr/>
          <a:lstStyle>
            <a:lvl1pPr defTabSz="572516">
              <a:defRPr sz="3430" spc="-102"/>
            </a:lvl1pPr>
          </a:lstStyle>
          <a:p>
            <a:r>
              <a:t>Подзаголовок слайда </a:t>
            </a:r>
          </a:p>
        </p:txBody>
      </p:sp>
      <p:sp>
        <p:nvSpPr>
          <p:cNvPr id="111" name="Заголовок слайда"/>
          <p:cNvSpPr txBox="1">
            <a:spLocks noGrp="1"/>
          </p:cNvSpPr>
          <p:nvPr>
            <p:ph type="title" hasCustomPrompt="1"/>
          </p:nvPr>
        </p:nvSpPr>
        <p:spPr>
          <a:xfrm>
            <a:off x="1295400" y="1620697"/>
            <a:ext cx="21869400" cy="1778001"/>
          </a:xfrm>
          <a:prstGeom prst="rect">
            <a:avLst/>
          </a:prstGeom>
        </p:spPr>
        <p:txBody>
          <a:bodyPr anchor="t"/>
          <a:lstStyle>
            <a:lvl1pPr defTabSz="584200">
              <a:defRPr sz="10000" spc="-400"/>
            </a:lvl1pPr>
          </a:lstStyle>
          <a:p>
            <a:r>
              <a:t>Заголовок слайда</a:t>
            </a:r>
          </a:p>
        </p:txBody>
      </p:sp>
      <p:sp>
        <p:nvSpPr>
          <p:cNvPr id="112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Повестка дня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Прямоугольник"/>
          <p:cNvSpPr/>
          <p:nvPr/>
        </p:nvSpPr>
        <p:spPr>
          <a:xfrm>
            <a:off x="-1" y="1270000"/>
            <a:ext cx="24384001" cy="12446000"/>
          </a:xfrm>
          <a:prstGeom prst="rect">
            <a:avLst/>
          </a:prstGeom>
          <a:solidFill>
            <a:srgbClr val="FFFFFF">
              <a:alpha val="8500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1531">
              <a:spcBef>
                <a:spcPts val="0"/>
              </a:spcBef>
              <a:defRPr sz="2200" spc="-44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20" name="Автор и дата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95400" y="12955885"/>
            <a:ext cx="21869400" cy="429261"/>
          </a:xfrm>
          <a:prstGeom prst="rect">
            <a:avLst/>
          </a:prstGeom>
        </p:spPr>
        <p:txBody>
          <a:bodyPr/>
          <a:lstStyle>
            <a:lvl1pPr defTabSz="566674">
              <a:spcBef>
                <a:spcPts val="3100"/>
              </a:spcBef>
              <a:defRPr sz="1940" spc="-58"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r>
              <a:t>Автор и дата</a:t>
            </a:r>
          </a:p>
        </p:txBody>
      </p:sp>
      <p:sp>
        <p:nvSpPr>
          <p:cNvPr id="121" name="Подзаголовок повестки дня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1295400" y="3543455"/>
            <a:ext cx="21869400" cy="694056"/>
          </a:xfrm>
          <a:prstGeom prst="rect">
            <a:avLst/>
          </a:prstGeom>
        </p:spPr>
        <p:txBody>
          <a:bodyPr/>
          <a:lstStyle>
            <a:lvl1pPr defTabSz="572516">
              <a:defRPr sz="3430" spc="-102"/>
            </a:lvl1pPr>
          </a:lstStyle>
          <a:p>
            <a:r>
              <a:t>Подзаголовок повестки дня</a:t>
            </a:r>
          </a:p>
        </p:txBody>
      </p:sp>
      <p:sp>
        <p:nvSpPr>
          <p:cNvPr id="122" name="Уровень текста 1…"/>
          <p:cNvSpPr txBox="1">
            <a:spLocks noGrp="1"/>
          </p:cNvSpPr>
          <p:nvPr>
            <p:ph type="body" idx="1" hasCustomPrompt="1"/>
          </p:nvPr>
        </p:nvSpPr>
        <p:spPr>
          <a:xfrm>
            <a:off x="1295400" y="5118100"/>
            <a:ext cx="21869400" cy="7137400"/>
          </a:xfrm>
          <a:prstGeom prst="rect">
            <a:avLst/>
          </a:prstGeom>
        </p:spPr>
        <p:txBody>
          <a:bodyPr/>
          <a:lstStyle>
            <a:lvl1pPr defTabSz="825500">
              <a:spcBef>
                <a:spcPts val="3200"/>
              </a:spcBef>
              <a:defRPr sz="5400" b="1" u="sng" cap="none" spc="-53">
                <a:latin typeface="+mn-lt"/>
                <a:ea typeface="+mn-ea"/>
                <a:cs typeface="+mn-cs"/>
                <a:sym typeface="Avenir Next Regular"/>
              </a:defRPr>
            </a:lvl1pPr>
            <a:lvl2pPr defTabSz="825500">
              <a:spcBef>
                <a:spcPts val="3200"/>
              </a:spcBef>
              <a:defRPr sz="5400" b="1" u="sng" cap="none" spc="-53">
                <a:latin typeface="+mn-lt"/>
                <a:ea typeface="+mn-ea"/>
                <a:cs typeface="+mn-cs"/>
                <a:sym typeface="Avenir Next Regular"/>
              </a:defRPr>
            </a:lvl2pPr>
            <a:lvl3pPr defTabSz="825500">
              <a:spcBef>
                <a:spcPts val="3200"/>
              </a:spcBef>
              <a:defRPr sz="5400" b="1" u="sng" cap="none" spc="-53">
                <a:latin typeface="+mn-lt"/>
                <a:ea typeface="+mn-ea"/>
                <a:cs typeface="+mn-cs"/>
                <a:sym typeface="Avenir Next Regular"/>
              </a:defRPr>
            </a:lvl3pPr>
            <a:lvl4pPr defTabSz="825500">
              <a:spcBef>
                <a:spcPts val="3200"/>
              </a:spcBef>
              <a:defRPr sz="5400" b="1" u="sng" cap="none" spc="-53">
                <a:latin typeface="+mn-lt"/>
                <a:ea typeface="+mn-ea"/>
                <a:cs typeface="+mn-cs"/>
                <a:sym typeface="Avenir Next Regular"/>
              </a:defRPr>
            </a:lvl4pPr>
            <a:lvl5pPr defTabSz="825500">
              <a:spcBef>
                <a:spcPts val="3200"/>
              </a:spcBef>
              <a:defRPr sz="5400" b="1" u="sng" cap="none" spc="-53">
                <a:latin typeface="+mn-lt"/>
                <a:ea typeface="+mn-ea"/>
                <a:cs typeface="+mn-cs"/>
                <a:sym typeface="Avenir Next Regular"/>
              </a:defRPr>
            </a:lvl5pPr>
          </a:lstStyle>
          <a:p>
            <a:r>
              <a:t>Темы повестки дня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23" name="Заголовок повестки дня"/>
          <p:cNvSpPr txBox="1">
            <a:spLocks noGrp="1"/>
          </p:cNvSpPr>
          <p:nvPr>
            <p:ph type="title" hasCustomPrompt="1"/>
          </p:nvPr>
        </p:nvSpPr>
        <p:spPr>
          <a:xfrm>
            <a:off x="1295400" y="1620697"/>
            <a:ext cx="21869400" cy="1778001"/>
          </a:xfrm>
          <a:prstGeom prst="rect">
            <a:avLst/>
          </a:prstGeom>
        </p:spPr>
        <p:txBody>
          <a:bodyPr anchor="t"/>
          <a:lstStyle>
            <a:lvl1pPr defTabSz="584200">
              <a:defRPr sz="10000" spc="-400"/>
            </a:lvl1pPr>
          </a:lstStyle>
          <a:p>
            <a:r>
              <a:t>Заголовок повестки дня</a:t>
            </a:r>
          </a:p>
        </p:txBody>
      </p:sp>
      <p:sp>
        <p:nvSpPr>
          <p:cNvPr id="124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Информационное сообщение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Уровень текста 1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98277" y="4927600"/>
            <a:ext cx="21863646" cy="3853767"/>
          </a:xfrm>
          <a:prstGeom prst="rect">
            <a:avLst/>
          </a:prstGeom>
        </p:spPr>
        <p:txBody>
          <a:bodyPr anchor="ctr"/>
          <a:lstStyle>
            <a:lvl1pPr algn="ctr" defTabSz="1160859">
              <a:defRPr sz="10200" b="1" spc="-408">
                <a:latin typeface="+mn-lt"/>
                <a:ea typeface="+mn-ea"/>
                <a:cs typeface="+mn-cs"/>
                <a:sym typeface="Avenir Next Regular"/>
              </a:defRPr>
            </a:lvl1pPr>
            <a:lvl2pPr algn="ctr" defTabSz="1160859">
              <a:defRPr sz="10200" b="1" spc="-408">
                <a:latin typeface="+mn-lt"/>
                <a:ea typeface="+mn-ea"/>
                <a:cs typeface="+mn-cs"/>
                <a:sym typeface="Avenir Next Regular"/>
              </a:defRPr>
            </a:lvl2pPr>
            <a:lvl3pPr algn="ctr" defTabSz="1160859">
              <a:defRPr sz="10200" b="1" spc="-408">
                <a:latin typeface="+mn-lt"/>
                <a:ea typeface="+mn-ea"/>
                <a:cs typeface="+mn-cs"/>
                <a:sym typeface="Avenir Next Regular"/>
              </a:defRPr>
            </a:lvl3pPr>
            <a:lvl4pPr algn="ctr" defTabSz="1160859">
              <a:defRPr sz="10200" b="1" spc="-408">
                <a:latin typeface="+mn-lt"/>
                <a:ea typeface="+mn-ea"/>
                <a:cs typeface="+mn-cs"/>
                <a:sym typeface="Avenir Next Regular"/>
              </a:defRPr>
            </a:lvl4pPr>
            <a:lvl5pPr algn="ctr" defTabSz="1160859">
              <a:defRPr sz="10200" b="1" spc="-408">
                <a:latin typeface="+mn-lt"/>
                <a:ea typeface="+mn-ea"/>
                <a:cs typeface="+mn-cs"/>
                <a:sym typeface="Avenir Next Regular"/>
              </a:defRPr>
            </a:lvl5pPr>
          </a:lstStyle>
          <a:p>
            <a:r>
              <a:t>Информационное сообщение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32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Важный факт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Уровень текста 1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95400" y="3587043"/>
            <a:ext cx="21869400" cy="4730168"/>
          </a:xfrm>
          <a:prstGeom prst="rect">
            <a:avLst/>
          </a:prstGeom>
        </p:spPr>
        <p:txBody>
          <a:bodyPr anchor="b"/>
          <a:lstStyle>
            <a:lvl1pPr algn="ctr" defTabSz="825500">
              <a:lnSpc>
                <a:spcPct val="70000"/>
              </a:lnSpc>
              <a:defRPr sz="22400" b="1" spc="-448">
                <a:latin typeface="+mn-lt"/>
                <a:ea typeface="+mn-ea"/>
                <a:cs typeface="+mn-cs"/>
                <a:sym typeface="Avenir Next Regular"/>
              </a:defRPr>
            </a:lvl1pPr>
            <a:lvl2pPr algn="ctr" defTabSz="825500">
              <a:lnSpc>
                <a:spcPct val="70000"/>
              </a:lnSpc>
              <a:defRPr sz="22400" b="1" spc="-448">
                <a:latin typeface="+mn-lt"/>
                <a:ea typeface="+mn-ea"/>
                <a:cs typeface="+mn-cs"/>
                <a:sym typeface="Avenir Next Regular"/>
              </a:defRPr>
            </a:lvl2pPr>
            <a:lvl3pPr algn="ctr" defTabSz="825500">
              <a:lnSpc>
                <a:spcPct val="70000"/>
              </a:lnSpc>
              <a:defRPr sz="22400" b="1" spc="-448">
                <a:latin typeface="+mn-lt"/>
                <a:ea typeface="+mn-ea"/>
                <a:cs typeface="+mn-cs"/>
                <a:sym typeface="Avenir Next Regular"/>
              </a:defRPr>
            </a:lvl3pPr>
            <a:lvl4pPr algn="ctr" defTabSz="825500">
              <a:lnSpc>
                <a:spcPct val="70000"/>
              </a:lnSpc>
              <a:defRPr sz="22400" b="1" spc="-448">
                <a:latin typeface="+mn-lt"/>
                <a:ea typeface="+mn-ea"/>
                <a:cs typeface="+mn-cs"/>
                <a:sym typeface="Avenir Next Regular"/>
              </a:defRPr>
            </a:lvl4pPr>
            <a:lvl5pPr algn="ctr" defTabSz="825500">
              <a:lnSpc>
                <a:spcPct val="70000"/>
              </a:lnSpc>
              <a:defRPr sz="22400" b="1" spc="-448">
                <a:latin typeface="+mn-lt"/>
                <a:ea typeface="+mn-ea"/>
                <a:cs typeface="+mn-cs"/>
                <a:sym typeface="Avenir Next Regular"/>
              </a:defRPr>
            </a:lvl5pPr>
          </a:lstStyle>
          <a:p>
            <a:r>
              <a:t>100 %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40" name="Информация о факте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95400" y="8117284"/>
            <a:ext cx="21869400" cy="592456"/>
          </a:xfrm>
          <a:prstGeom prst="rect">
            <a:avLst/>
          </a:prstGeom>
        </p:spPr>
        <p:txBody>
          <a:bodyPr/>
          <a:lstStyle>
            <a:lvl1pPr algn="ctr" defTabSz="473201">
              <a:spcBef>
                <a:spcPts val="2500"/>
              </a:spcBef>
              <a:defRPr sz="2835" spc="-85"/>
            </a:lvl1pPr>
          </a:lstStyle>
          <a:p>
            <a:r>
              <a:t>Информация о факте</a:t>
            </a:r>
          </a:p>
        </p:txBody>
      </p:sp>
      <p:sp>
        <p:nvSpPr>
          <p:cNvPr id="141" name="Номер слайда"/>
          <p:cNvSpPr txBox="1">
            <a:spLocks noGrp="1"/>
          </p:cNvSpPr>
          <p:nvPr>
            <p:ph type="sldNum" sz="quarter" idx="2"/>
          </p:nvPr>
        </p:nvSpPr>
        <p:spPr>
          <a:xfrm>
            <a:off x="23558500" y="12646660"/>
            <a:ext cx="355600" cy="736601"/>
          </a:xfrm>
          <a:prstGeom prst="rect">
            <a:avLst/>
          </a:prstGeom>
        </p:spPr>
        <p:txBody>
          <a:bodyPr wrap="square"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Цитата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Авторство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2252674" y="10353079"/>
            <a:ext cx="20691414" cy="567945"/>
          </a:xfrm>
          <a:prstGeom prst="rect">
            <a:avLst/>
          </a:prstGeom>
        </p:spPr>
        <p:txBody>
          <a:bodyPr/>
          <a:lstStyle>
            <a:lvl1pPr defTabSz="572516">
              <a:defRPr sz="2744" spc="-82"/>
            </a:lvl1pPr>
          </a:lstStyle>
          <a:p>
            <a:r>
              <a:t>Авторство </a:t>
            </a:r>
          </a:p>
        </p:txBody>
      </p:sp>
      <p:sp>
        <p:nvSpPr>
          <p:cNvPr id="149" name="Уровень текста 1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439912" y="4332885"/>
            <a:ext cx="21504176" cy="5497468"/>
          </a:xfrm>
          <a:prstGeom prst="rect">
            <a:avLst/>
          </a:prstGeom>
        </p:spPr>
        <p:txBody>
          <a:bodyPr anchor="b"/>
          <a:lstStyle>
            <a:lvl1pPr marL="714375" indent="-714375" defTabSz="1160859">
              <a:lnSpc>
                <a:spcPct val="70000"/>
              </a:lnSpc>
              <a:defRPr sz="13300" b="1" i="1" spc="-532">
                <a:latin typeface="+mn-lt"/>
                <a:ea typeface="+mn-ea"/>
                <a:cs typeface="+mn-cs"/>
                <a:sym typeface="Avenir Next Regular"/>
              </a:defRPr>
            </a:lvl1pPr>
            <a:lvl2pPr marL="714375" indent="-257175" defTabSz="1160859">
              <a:lnSpc>
                <a:spcPct val="70000"/>
              </a:lnSpc>
              <a:defRPr sz="13300" b="1" i="1" spc="-532">
                <a:latin typeface="+mn-lt"/>
                <a:ea typeface="+mn-ea"/>
                <a:cs typeface="+mn-cs"/>
                <a:sym typeface="Avenir Next Regular"/>
              </a:defRPr>
            </a:lvl2pPr>
            <a:lvl3pPr marL="714375" indent="200025" defTabSz="1160859">
              <a:lnSpc>
                <a:spcPct val="70000"/>
              </a:lnSpc>
              <a:defRPr sz="13300" b="1" i="1" spc="-532">
                <a:latin typeface="+mn-lt"/>
                <a:ea typeface="+mn-ea"/>
                <a:cs typeface="+mn-cs"/>
                <a:sym typeface="Avenir Next Regular"/>
              </a:defRPr>
            </a:lvl3pPr>
            <a:lvl4pPr marL="714375" indent="657225" defTabSz="1160859">
              <a:lnSpc>
                <a:spcPct val="70000"/>
              </a:lnSpc>
              <a:defRPr sz="13300" b="1" i="1" spc="-532">
                <a:latin typeface="+mn-lt"/>
                <a:ea typeface="+mn-ea"/>
                <a:cs typeface="+mn-cs"/>
                <a:sym typeface="Avenir Next Regular"/>
              </a:defRPr>
            </a:lvl4pPr>
            <a:lvl5pPr marL="714375" indent="1114425" defTabSz="1160859">
              <a:lnSpc>
                <a:spcPct val="70000"/>
              </a:lnSpc>
              <a:defRPr sz="13300" b="1" i="1" spc="-532">
                <a:latin typeface="+mn-lt"/>
                <a:ea typeface="+mn-ea"/>
                <a:cs typeface="+mn-cs"/>
                <a:sym typeface="Avenir Next Regular"/>
              </a:defRPr>
            </a:lvl5pPr>
          </a:lstStyle>
          <a:p>
            <a:r>
              <a:t>«Важная цитата»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50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Фото (3 шт.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Вид под углом сверху на розовый надувной матрас в бассейне"/>
          <p:cNvSpPr>
            <a:spLocks noGrp="1"/>
          </p:cNvSpPr>
          <p:nvPr>
            <p:ph type="pic" idx="21"/>
          </p:nvPr>
        </p:nvSpPr>
        <p:spPr>
          <a:xfrm>
            <a:off x="5867400" y="0"/>
            <a:ext cx="20573997" cy="13715999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58" name="Пальмы на фоне розово-пурпурного неба после заката"/>
          <p:cNvSpPr>
            <a:spLocks noGrp="1"/>
          </p:cNvSpPr>
          <p:nvPr>
            <p:ph type="pic" sz="half" idx="22"/>
          </p:nvPr>
        </p:nvSpPr>
        <p:spPr>
          <a:xfrm>
            <a:off x="-1" y="-1159934"/>
            <a:ext cx="12065001" cy="905086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59" name="Розовый надувной круг, плавающий в бассейне"/>
          <p:cNvSpPr>
            <a:spLocks noGrp="1"/>
          </p:cNvSpPr>
          <p:nvPr>
            <p:ph type="pic" sz="half" idx="23"/>
          </p:nvPr>
        </p:nvSpPr>
        <p:spPr>
          <a:xfrm>
            <a:off x="-1" y="6326054"/>
            <a:ext cx="12065001" cy="8043335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60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Фото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пальмы Майами-Бич и здания в стиле ар-деко на фоне розового неба после заката"/>
          <p:cNvSpPr>
            <a:spLocks noGrp="1"/>
          </p:cNvSpPr>
          <p:nvPr>
            <p:ph type="pic" idx="21"/>
          </p:nvPr>
        </p:nvSpPr>
        <p:spPr>
          <a:xfrm>
            <a:off x="-368300" y="-482600"/>
            <a:ext cx="25133300" cy="1675271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68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9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презентации"/>
          <p:cNvSpPr txBox="1">
            <a:spLocks noGrp="1"/>
          </p:cNvSpPr>
          <p:nvPr>
            <p:ph type="title" hasCustomPrompt="1"/>
          </p:nvPr>
        </p:nvSpPr>
        <p:spPr>
          <a:xfrm>
            <a:off x="1298349" y="4384675"/>
            <a:ext cx="21869401" cy="4699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b">
            <a:normAutofit/>
          </a:bodyPr>
          <a:lstStyle/>
          <a:p>
            <a:r>
              <a:t>Заголовок презентации</a:t>
            </a:r>
          </a:p>
        </p:txBody>
      </p:sp>
      <p:sp>
        <p:nvSpPr>
          <p:cNvPr id="3" name="Уровень текста 1…"/>
          <p:cNvSpPr txBox="1">
            <a:spLocks noGrp="1"/>
          </p:cNvSpPr>
          <p:nvPr>
            <p:ph type="body" idx="1" hasCustomPrompt="1"/>
          </p:nvPr>
        </p:nvSpPr>
        <p:spPr>
          <a:xfrm>
            <a:off x="1298349" y="9268776"/>
            <a:ext cx="21869401" cy="14022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Подзаголовок презентации 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" name="Номер слайда"/>
          <p:cNvSpPr txBox="1">
            <a:spLocks noGrp="1"/>
          </p:cNvSpPr>
          <p:nvPr>
            <p:ph type="sldNum" sz="quarter" idx="2"/>
          </p:nvPr>
        </p:nvSpPr>
        <p:spPr>
          <a:xfrm>
            <a:off x="23549355" y="12964160"/>
            <a:ext cx="379477" cy="41910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3428914">
              <a:spcBef>
                <a:spcPts val="0"/>
              </a:spcBef>
              <a:defRPr sz="1800">
                <a:latin typeface="+mn-lt"/>
                <a:ea typeface="+mn-ea"/>
                <a:cs typeface="+mn-cs"/>
                <a:sym typeface="Avenir Next Regular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ransition spd="med"/>
  <p:txStyles>
    <p:titleStyle>
      <a:lvl1pPr marL="0" marR="0" indent="0" algn="l" defTabSz="1160859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300" b="1" i="0" u="none" strike="noStrike" cap="all" spc="-665" baseline="0">
          <a:solidFill>
            <a:srgbClr val="000000"/>
          </a:solidFill>
          <a:uFillTx/>
          <a:latin typeface="+mn-lt"/>
          <a:ea typeface="+mn-ea"/>
          <a:cs typeface="+mn-cs"/>
          <a:sym typeface="Avenir Next Regular"/>
        </a:defRPr>
      </a:lvl1pPr>
      <a:lvl2pPr marL="0" marR="0" indent="457200" algn="l" defTabSz="1160859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300" b="1" i="0" u="none" strike="noStrike" cap="all" spc="-665" baseline="0">
          <a:solidFill>
            <a:srgbClr val="000000"/>
          </a:solidFill>
          <a:uFillTx/>
          <a:latin typeface="+mn-lt"/>
          <a:ea typeface="+mn-ea"/>
          <a:cs typeface="+mn-cs"/>
          <a:sym typeface="Avenir Next Regular"/>
        </a:defRPr>
      </a:lvl2pPr>
      <a:lvl3pPr marL="0" marR="0" indent="914400" algn="l" defTabSz="1160859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300" b="1" i="0" u="none" strike="noStrike" cap="all" spc="-665" baseline="0">
          <a:solidFill>
            <a:srgbClr val="000000"/>
          </a:solidFill>
          <a:uFillTx/>
          <a:latin typeface="+mn-lt"/>
          <a:ea typeface="+mn-ea"/>
          <a:cs typeface="+mn-cs"/>
          <a:sym typeface="Avenir Next Regular"/>
        </a:defRPr>
      </a:lvl3pPr>
      <a:lvl4pPr marL="0" marR="0" indent="1371600" algn="l" defTabSz="1160859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300" b="1" i="0" u="none" strike="noStrike" cap="all" spc="-665" baseline="0">
          <a:solidFill>
            <a:srgbClr val="000000"/>
          </a:solidFill>
          <a:uFillTx/>
          <a:latin typeface="+mn-lt"/>
          <a:ea typeface="+mn-ea"/>
          <a:cs typeface="+mn-cs"/>
          <a:sym typeface="Avenir Next Regular"/>
        </a:defRPr>
      </a:lvl4pPr>
      <a:lvl5pPr marL="0" marR="0" indent="1828800" algn="l" defTabSz="1160859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300" b="1" i="0" u="none" strike="noStrike" cap="all" spc="-665" baseline="0">
          <a:solidFill>
            <a:srgbClr val="000000"/>
          </a:solidFill>
          <a:uFillTx/>
          <a:latin typeface="+mn-lt"/>
          <a:ea typeface="+mn-ea"/>
          <a:cs typeface="+mn-cs"/>
          <a:sym typeface="Avenir Next Regular"/>
        </a:defRPr>
      </a:lvl5pPr>
      <a:lvl6pPr marL="0" marR="0" indent="2286000" algn="l" defTabSz="1160859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300" b="1" i="0" u="none" strike="noStrike" cap="all" spc="-665" baseline="0">
          <a:solidFill>
            <a:srgbClr val="000000"/>
          </a:solidFill>
          <a:uFillTx/>
          <a:latin typeface="+mn-lt"/>
          <a:ea typeface="+mn-ea"/>
          <a:cs typeface="+mn-cs"/>
          <a:sym typeface="Avenir Next Regular"/>
        </a:defRPr>
      </a:lvl6pPr>
      <a:lvl7pPr marL="0" marR="0" indent="2743200" algn="l" defTabSz="1160859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300" b="1" i="0" u="none" strike="noStrike" cap="all" spc="-665" baseline="0">
          <a:solidFill>
            <a:srgbClr val="000000"/>
          </a:solidFill>
          <a:uFillTx/>
          <a:latin typeface="+mn-lt"/>
          <a:ea typeface="+mn-ea"/>
          <a:cs typeface="+mn-cs"/>
          <a:sym typeface="Avenir Next Regular"/>
        </a:defRPr>
      </a:lvl7pPr>
      <a:lvl8pPr marL="0" marR="0" indent="3200400" algn="l" defTabSz="1160859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300" b="1" i="0" u="none" strike="noStrike" cap="all" spc="-665" baseline="0">
          <a:solidFill>
            <a:srgbClr val="000000"/>
          </a:solidFill>
          <a:uFillTx/>
          <a:latin typeface="+mn-lt"/>
          <a:ea typeface="+mn-ea"/>
          <a:cs typeface="+mn-cs"/>
          <a:sym typeface="Avenir Next Regular"/>
        </a:defRPr>
      </a:lvl8pPr>
      <a:lvl9pPr marL="0" marR="0" indent="3657600" algn="l" defTabSz="1160859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300" b="1" i="0" u="none" strike="noStrike" cap="all" spc="-665" baseline="0">
          <a:solidFill>
            <a:srgbClr val="000000"/>
          </a:solidFill>
          <a:uFillTx/>
          <a:latin typeface="+mn-lt"/>
          <a:ea typeface="+mn-ea"/>
          <a:cs typeface="+mn-cs"/>
          <a:sym typeface="Avenir Next Regular"/>
        </a:defRPr>
      </a:lvl9pPr>
    </p:titleStyle>
    <p:bodyStyle>
      <a:lvl1pPr marL="0" marR="0" indent="0" algn="l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500" b="0" i="0" u="none" strike="noStrike" cap="all" spc="-104" baseline="0">
          <a:solidFill>
            <a:srgbClr val="000000"/>
          </a:solidFill>
          <a:uFillTx/>
          <a:latin typeface="Avenir Next Demi Bold"/>
          <a:ea typeface="Avenir Next Demi Bold"/>
          <a:cs typeface="Avenir Next Demi Bold"/>
          <a:sym typeface="Avenir Next Demi Bold"/>
        </a:defRPr>
      </a:lvl1pPr>
      <a:lvl2pPr marL="0" marR="0" indent="457200" algn="l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500" b="0" i="0" u="none" strike="noStrike" cap="all" spc="-104" baseline="0">
          <a:solidFill>
            <a:srgbClr val="000000"/>
          </a:solidFill>
          <a:uFillTx/>
          <a:latin typeface="Avenir Next Demi Bold"/>
          <a:ea typeface="Avenir Next Demi Bold"/>
          <a:cs typeface="Avenir Next Demi Bold"/>
          <a:sym typeface="Avenir Next Demi Bold"/>
        </a:defRPr>
      </a:lvl2pPr>
      <a:lvl3pPr marL="0" marR="0" indent="914400" algn="l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500" b="0" i="0" u="none" strike="noStrike" cap="all" spc="-104" baseline="0">
          <a:solidFill>
            <a:srgbClr val="000000"/>
          </a:solidFill>
          <a:uFillTx/>
          <a:latin typeface="Avenir Next Demi Bold"/>
          <a:ea typeface="Avenir Next Demi Bold"/>
          <a:cs typeface="Avenir Next Demi Bold"/>
          <a:sym typeface="Avenir Next Demi Bold"/>
        </a:defRPr>
      </a:lvl3pPr>
      <a:lvl4pPr marL="0" marR="0" indent="1371600" algn="l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500" b="0" i="0" u="none" strike="noStrike" cap="all" spc="-104" baseline="0">
          <a:solidFill>
            <a:srgbClr val="000000"/>
          </a:solidFill>
          <a:uFillTx/>
          <a:latin typeface="Avenir Next Demi Bold"/>
          <a:ea typeface="Avenir Next Demi Bold"/>
          <a:cs typeface="Avenir Next Demi Bold"/>
          <a:sym typeface="Avenir Next Demi Bold"/>
        </a:defRPr>
      </a:lvl4pPr>
      <a:lvl5pPr marL="0" marR="0" indent="1828800" algn="l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500" b="0" i="0" u="none" strike="noStrike" cap="all" spc="-104" baseline="0">
          <a:solidFill>
            <a:srgbClr val="000000"/>
          </a:solidFill>
          <a:uFillTx/>
          <a:latin typeface="Avenir Next Demi Bold"/>
          <a:ea typeface="Avenir Next Demi Bold"/>
          <a:cs typeface="Avenir Next Demi Bold"/>
          <a:sym typeface="Avenir Next Demi Bold"/>
        </a:defRPr>
      </a:lvl5pPr>
      <a:lvl6pPr marL="0" marR="0" indent="2286000" algn="l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500" b="0" i="0" u="none" strike="noStrike" cap="all" spc="-104" baseline="0">
          <a:solidFill>
            <a:srgbClr val="000000"/>
          </a:solidFill>
          <a:uFillTx/>
          <a:latin typeface="Avenir Next Demi Bold"/>
          <a:ea typeface="Avenir Next Demi Bold"/>
          <a:cs typeface="Avenir Next Demi Bold"/>
          <a:sym typeface="Avenir Next Demi Bold"/>
        </a:defRPr>
      </a:lvl6pPr>
      <a:lvl7pPr marL="0" marR="0" indent="2743200" algn="l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500" b="0" i="0" u="none" strike="noStrike" cap="all" spc="-104" baseline="0">
          <a:solidFill>
            <a:srgbClr val="000000"/>
          </a:solidFill>
          <a:uFillTx/>
          <a:latin typeface="Avenir Next Demi Bold"/>
          <a:ea typeface="Avenir Next Demi Bold"/>
          <a:cs typeface="Avenir Next Demi Bold"/>
          <a:sym typeface="Avenir Next Demi Bold"/>
        </a:defRPr>
      </a:lvl7pPr>
      <a:lvl8pPr marL="0" marR="0" indent="3200400" algn="l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500" b="0" i="0" u="none" strike="noStrike" cap="all" spc="-104" baseline="0">
          <a:solidFill>
            <a:srgbClr val="000000"/>
          </a:solidFill>
          <a:uFillTx/>
          <a:latin typeface="Avenir Next Demi Bold"/>
          <a:ea typeface="Avenir Next Demi Bold"/>
          <a:cs typeface="Avenir Next Demi Bold"/>
          <a:sym typeface="Avenir Next Demi Bold"/>
        </a:defRPr>
      </a:lvl8pPr>
      <a:lvl9pPr marL="0" marR="0" indent="3657600" algn="l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500" b="0" i="0" u="none" strike="noStrike" cap="all" spc="-104" baseline="0">
          <a:solidFill>
            <a:srgbClr val="000000"/>
          </a:solidFill>
          <a:uFillTx/>
          <a:latin typeface="Avenir Next Demi Bold"/>
          <a:ea typeface="Avenir Next Demi Bold"/>
          <a:cs typeface="Avenir Next Demi Bold"/>
          <a:sym typeface="Avenir Next Demi Bold"/>
        </a:defRPr>
      </a:lvl9pPr>
    </p:bodyStyle>
    <p:otherStyle>
      <a:lvl1pPr marL="0" marR="0" indent="0" algn="ctr" defTabSz="3428914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venir Next Regular"/>
        </a:defRPr>
      </a:lvl1pPr>
      <a:lvl2pPr marL="0" marR="0" indent="457200" algn="ctr" defTabSz="3428914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venir Next Regular"/>
        </a:defRPr>
      </a:lvl2pPr>
      <a:lvl3pPr marL="0" marR="0" indent="914400" algn="ctr" defTabSz="3428914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venir Next Regular"/>
        </a:defRPr>
      </a:lvl3pPr>
      <a:lvl4pPr marL="0" marR="0" indent="1371600" algn="ctr" defTabSz="3428914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venir Next Regular"/>
        </a:defRPr>
      </a:lvl4pPr>
      <a:lvl5pPr marL="0" marR="0" indent="1828800" algn="ctr" defTabSz="3428914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venir Next Regular"/>
        </a:defRPr>
      </a:lvl5pPr>
      <a:lvl6pPr marL="0" marR="0" indent="2286000" algn="ctr" defTabSz="3428914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venir Next Regular"/>
        </a:defRPr>
      </a:lvl6pPr>
      <a:lvl7pPr marL="0" marR="0" indent="2743200" algn="ctr" defTabSz="3428914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venir Next Regular"/>
        </a:defRPr>
      </a:lvl7pPr>
      <a:lvl8pPr marL="0" marR="0" indent="3200400" algn="ctr" defTabSz="3428914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venir Next Regular"/>
        </a:defRPr>
      </a:lvl8pPr>
      <a:lvl9pPr marL="0" marR="0" indent="3657600" algn="ctr" defTabSz="3428914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venir Next Regular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R-1768599-1479503195-8903.jpg" descr="R-1768599-1479503195-8903.jpg"/>
          <p:cNvPicPr>
            <a:picLocks noChangeAspect="1"/>
          </p:cNvPicPr>
          <p:nvPr/>
        </p:nvPicPr>
        <p:blipFill>
          <a:blip r:embed="rId2"/>
          <a:srcRect l="17374" t="15575" b="1064"/>
          <a:stretch>
            <a:fillRect/>
          </a:stretch>
        </p:blipFill>
        <p:spPr>
          <a:xfrm>
            <a:off x="11829685" y="450182"/>
            <a:ext cx="12554456" cy="12815626"/>
          </a:xfrm>
          <a:prstGeom prst="rect">
            <a:avLst/>
          </a:prstGeom>
          <a:ln w="12700">
            <a:miter lim="400000"/>
          </a:ln>
        </p:spPr>
      </p:pic>
      <p:sp>
        <p:nvSpPr>
          <p:cNvPr id="185" name="Эволюция производной и дифференциала"/>
          <p:cNvSpPr txBox="1">
            <a:spLocks noGrp="1"/>
          </p:cNvSpPr>
          <p:nvPr>
            <p:ph type="ctrTitle"/>
          </p:nvPr>
        </p:nvSpPr>
        <p:spPr>
          <a:xfrm>
            <a:off x="1298349" y="5959475"/>
            <a:ext cx="21869401" cy="4699000"/>
          </a:xfrm>
          <a:prstGeom prst="rect">
            <a:avLst/>
          </a:prstGeom>
        </p:spPr>
        <p:txBody>
          <a:bodyPr/>
          <a:lstStyle>
            <a:lvl1pPr defTabSz="584200">
              <a:defRPr sz="10000" spc="-400"/>
            </a:lvl1pPr>
          </a:lstStyle>
          <a:p>
            <a:r>
              <a:t>Эволюция производной и дифференциала</a:t>
            </a:r>
          </a:p>
        </p:txBody>
      </p:sp>
      <p:sp>
        <p:nvSpPr>
          <p:cNvPr id="186" name="от как будто бы числа до отображения многомерных пространств"/>
          <p:cNvSpPr txBox="1">
            <a:spLocks noGrp="1"/>
          </p:cNvSpPr>
          <p:nvPr>
            <p:ph type="subTitle" sz="quarter" idx="1"/>
          </p:nvPr>
        </p:nvSpPr>
        <p:spPr>
          <a:xfrm>
            <a:off x="1298349" y="11211876"/>
            <a:ext cx="21869401" cy="1402242"/>
          </a:xfrm>
          <a:prstGeom prst="rect">
            <a:avLst/>
          </a:prstGeom>
        </p:spPr>
        <p:txBody>
          <a:bodyPr/>
          <a:lstStyle/>
          <a:p>
            <a:r>
              <a:t>от как будто бы числа до отображения многомерных пространств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Определение дифференцируемой функции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403097">
              <a:defRPr sz="6900" spc="-276"/>
            </a:lvl1pPr>
          </a:lstStyle>
          <a:p>
            <a:r>
              <a:t>Определение дифференцируемой функции</a:t>
            </a:r>
          </a:p>
        </p:txBody>
      </p:sp>
      <p:sp>
        <p:nvSpPr>
          <p:cNvPr id="190" name="] f Rm ⊃ E → Rn, x0 — внутренняя для E.…"/>
          <p:cNvSpPr txBox="1">
            <a:spLocks noGrp="1"/>
          </p:cNvSpPr>
          <p:nvPr>
            <p:ph type="body" idx="1"/>
          </p:nvPr>
        </p:nvSpPr>
        <p:spPr>
          <a:xfrm>
            <a:off x="1295399" y="3289831"/>
            <a:ext cx="21869401" cy="9888883"/>
          </a:xfrm>
          <a:prstGeom prst="rect">
            <a:avLst/>
          </a:prstGeom>
        </p:spPr>
        <p:txBody>
          <a:bodyPr/>
          <a:lstStyle/>
          <a:p>
            <a:r>
              <a:rPr sz="9600" dirty="0"/>
              <a:t>]</a:t>
            </a:r>
            <a:r>
              <a:rPr dirty="0"/>
              <a:t> f R</a:t>
            </a:r>
            <a:r>
              <a:rPr baseline="31999" dirty="0"/>
              <a:t>m</a:t>
            </a:r>
            <a:r>
              <a:rPr dirty="0"/>
              <a:t> </a:t>
            </a:r>
            <a:r>
              <a:rPr sz="4600" dirty="0"/>
              <a:t>⊃</a:t>
            </a:r>
            <a:r>
              <a:rPr dirty="0"/>
              <a:t> E → R</a:t>
            </a:r>
            <a:r>
              <a:rPr baseline="31999" dirty="0"/>
              <a:t>n</a:t>
            </a:r>
            <a:r>
              <a:rPr dirty="0"/>
              <a:t>, x</a:t>
            </a:r>
            <a:r>
              <a:rPr baseline="-5999" dirty="0"/>
              <a:t>0 </a:t>
            </a:r>
            <a:r>
              <a:rPr dirty="0"/>
              <a:t>— </a:t>
            </a:r>
            <a:r>
              <a:rPr dirty="0" err="1"/>
              <a:t>внутренняя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E. </a:t>
            </a:r>
          </a:p>
          <a:p>
            <a:pPr lvl="1"/>
            <a:r>
              <a:rPr dirty="0" err="1"/>
              <a:t>Говорят</a:t>
            </a:r>
            <a:r>
              <a:rPr dirty="0"/>
              <a:t>, </a:t>
            </a:r>
            <a:r>
              <a:rPr dirty="0" err="1"/>
              <a:t>что</a:t>
            </a:r>
            <a:r>
              <a:rPr dirty="0"/>
              <a:t> f </a:t>
            </a:r>
            <a:r>
              <a:rPr dirty="0" err="1"/>
              <a:t>дифференцируема</a:t>
            </a:r>
            <a:r>
              <a:rPr dirty="0"/>
              <a:t> </a:t>
            </a:r>
            <a:r>
              <a:rPr dirty="0" err="1"/>
              <a:t>в</a:t>
            </a:r>
            <a:r>
              <a:rPr dirty="0"/>
              <a:t> x</a:t>
            </a:r>
            <a:r>
              <a:rPr baseline="-5999" dirty="0"/>
              <a:t>0</a:t>
            </a:r>
            <a:r>
              <a:rPr dirty="0"/>
              <a:t>, </a:t>
            </a:r>
            <a:r>
              <a:rPr dirty="0" err="1"/>
              <a:t>если</a:t>
            </a:r>
            <a:r>
              <a:rPr dirty="0"/>
              <a:t> </a:t>
            </a:r>
            <a:r>
              <a:rPr sz="4600" dirty="0"/>
              <a:t>∃</a:t>
            </a:r>
            <a:r>
              <a:rPr dirty="0"/>
              <a:t> A </a:t>
            </a:r>
            <a:r>
              <a:rPr sz="4600" dirty="0"/>
              <a:t>∈</a:t>
            </a:r>
            <a:r>
              <a:rPr dirty="0"/>
              <a:t> L (R</a:t>
            </a:r>
            <a:r>
              <a:rPr baseline="31999" dirty="0"/>
              <a:t>m</a:t>
            </a:r>
            <a:r>
              <a:rPr dirty="0"/>
              <a:t>, R</a:t>
            </a:r>
            <a:r>
              <a:rPr baseline="31999" dirty="0"/>
              <a:t>n</a:t>
            </a:r>
            <a:r>
              <a:rPr dirty="0"/>
              <a:t>): </a:t>
            </a:r>
          </a:p>
          <a:p>
            <a:pPr lvl="1"/>
            <a:r>
              <a:rPr dirty="0"/>
              <a:t>f(x</a:t>
            </a:r>
            <a:r>
              <a:rPr baseline="-5999" dirty="0"/>
              <a:t>0 </a:t>
            </a:r>
            <a:r>
              <a:rPr dirty="0"/>
              <a:t>+ h) — f(x</a:t>
            </a:r>
            <a:r>
              <a:rPr baseline="-5999" dirty="0"/>
              <a:t>0</a:t>
            </a:r>
            <a:r>
              <a:rPr dirty="0"/>
              <a:t>) = Ah + o(||h||) </a:t>
            </a:r>
            <a:r>
              <a:rPr dirty="0" err="1"/>
              <a:t>при</a:t>
            </a:r>
            <a:r>
              <a:rPr dirty="0"/>
              <a:t> h → 0</a:t>
            </a:r>
          </a:p>
          <a:p>
            <a:pPr lvl="1"/>
            <a:r>
              <a:rPr dirty="0"/>
              <a:t>A </a:t>
            </a:r>
            <a:r>
              <a:rPr dirty="0" err="1"/>
              <a:t>называется</a:t>
            </a:r>
            <a:r>
              <a:rPr dirty="0"/>
              <a:t> </a:t>
            </a:r>
            <a:r>
              <a:rPr dirty="0" err="1"/>
              <a:t>производной</a:t>
            </a:r>
            <a:r>
              <a:rPr dirty="0"/>
              <a:t> f </a:t>
            </a:r>
            <a:r>
              <a:rPr dirty="0" err="1"/>
              <a:t>в</a:t>
            </a:r>
            <a:r>
              <a:rPr dirty="0"/>
              <a:t> </a:t>
            </a:r>
            <a:r>
              <a:rPr dirty="0" err="1"/>
              <a:t>точке</a:t>
            </a:r>
            <a:r>
              <a:rPr dirty="0"/>
              <a:t> x</a:t>
            </a:r>
            <a:r>
              <a:rPr baseline="-5999" dirty="0"/>
              <a:t>0            </a:t>
            </a:r>
            <a:r>
              <a:rPr dirty="0"/>
              <a:t>f’(x</a:t>
            </a:r>
            <a:r>
              <a:rPr baseline="-5999" dirty="0"/>
              <a:t>0</a:t>
            </a:r>
            <a:r>
              <a:rPr dirty="0"/>
              <a:t>) = A</a:t>
            </a:r>
          </a:p>
          <a:p>
            <a:pPr lvl="1"/>
            <a:r>
              <a:rPr dirty="0"/>
              <a:t>Ah — </a:t>
            </a:r>
            <a:r>
              <a:rPr dirty="0" err="1"/>
              <a:t>дифференциал</a:t>
            </a:r>
            <a:r>
              <a:rPr dirty="0"/>
              <a:t> f </a:t>
            </a:r>
            <a:r>
              <a:rPr dirty="0" err="1"/>
              <a:t>в</a:t>
            </a:r>
            <a:r>
              <a:rPr dirty="0"/>
              <a:t> </a:t>
            </a:r>
            <a:r>
              <a:rPr dirty="0" err="1"/>
              <a:t>точке</a:t>
            </a:r>
            <a:r>
              <a:rPr dirty="0"/>
              <a:t> x</a:t>
            </a:r>
            <a:r>
              <a:rPr baseline="-5999" dirty="0"/>
              <a:t>0                           </a:t>
            </a:r>
            <a:r>
              <a:rPr dirty="0" err="1"/>
              <a:t>df</a:t>
            </a:r>
            <a:r>
              <a:rPr dirty="0"/>
              <a:t>(x0, h) = Ah</a:t>
            </a:r>
          </a:p>
          <a:p>
            <a:endParaRPr dirty="0"/>
          </a:p>
          <a:p>
            <a:r>
              <a:rPr dirty="0" err="1"/>
              <a:t>В</a:t>
            </a:r>
            <a:r>
              <a:rPr dirty="0"/>
              <a:t> </a:t>
            </a:r>
            <a:r>
              <a:rPr dirty="0" err="1"/>
              <a:t>одномерном</a:t>
            </a:r>
            <a:r>
              <a:rPr dirty="0"/>
              <a:t> </a:t>
            </a:r>
            <a:r>
              <a:rPr dirty="0" err="1"/>
              <a:t>случае</a:t>
            </a:r>
            <a:r>
              <a:rPr dirty="0"/>
              <a:t> </a:t>
            </a:r>
            <a:r>
              <a:rPr dirty="0" err="1"/>
              <a:t>имеем</a:t>
            </a:r>
            <a:r>
              <a:rPr dirty="0"/>
              <a:t> f(x</a:t>
            </a:r>
            <a:r>
              <a:rPr baseline="-5999" dirty="0"/>
              <a:t>0 </a:t>
            </a:r>
            <a:r>
              <a:rPr dirty="0"/>
              <a:t>+ h) — f(x</a:t>
            </a:r>
            <a:r>
              <a:rPr baseline="-5999" dirty="0"/>
              <a:t>0</a:t>
            </a:r>
            <a:r>
              <a:rPr dirty="0"/>
              <a:t>) = Ah + o(||h||), </a:t>
            </a:r>
            <a:r>
              <a:rPr dirty="0" err="1"/>
              <a:t>где</a:t>
            </a:r>
            <a:r>
              <a:rPr dirty="0"/>
              <a:t> A — </a:t>
            </a:r>
            <a:r>
              <a:rPr dirty="0" err="1"/>
              <a:t>какое-то</a:t>
            </a:r>
            <a:r>
              <a:rPr dirty="0"/>
              <a:t> </a:t>
            </a:r>
            <a:r>
              <a:rPr dirty="0" err="1"/>
              <a:t>число</a:t>
            </a:r>
            <a:r>
              <a:rPr dirty="0"/>
              <a:t> (</a:t>
            </a:r>
            <a:r>
              <a:rPr dirty="0" err="1"/>
              <a:t>производная</a:t>
            </a:r>
            <a:r>
              <a:rPr dirty="0"/>
              <a:t>, </a:t>
            </a:r>
            <a:r>
              <a:rPr dirty="0" err="1"/>
              <a:t>доказательство</a:t>
            </a:r>
            <a:r>
              <a:rPr dirty="0"/>
              <a:t> </a:t>
            </a:r>
            <a:r>
              <a:rPr dirty="0" err="1"/>
              <a:t>находится</a:t>
            </a:r>
            <a:r>
              <a:rPr dirty="0"/>
              <a:t> </a:t>
            </a:r>
            <a:r>
              <a:rPr dirty="0" err="1"/>
              <a:t>в</a:t>
            </a:r>
            <a:r>
              <a:rPr dirty="0"/>
              <a:t> </a:t>
            </a:r>
            <a:r>
              <a:rPr dirty="0" err="1"/>
              <a:t>свойствах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диф</a:t>
            </a:r>
            <a:r>
              <a:rPr dirty="0"/>
              <a:t> → </a:t>
            </a:r>
            <a:r>
              <a:rPr dirty="0" err="1"/>
              <a:t>непрер</a:t>
            </a:r>
            <a:r>
              <a:rPr dirty="0"/>
              <a:t>)</a:t>
            </a: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Геометрический смысл дифференциала в 3D, 2D"/>
          <p:cNvSpPr txBox="1">
            <a:spLocks noGrp="1"/>
          </p:cNvSpPr>
          <p:nvPr>
            <p:ph type="body" idx="2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r>
              <a:t>Геометрический смысл дифференциала в 3D, 2D</a:t>
            </a:r>
          </a:p>
        </p:txBody>
      </p:sp>
      <p:sp>
        <p:nvSpPr>
          <p:cNvPr id="193" name="Определение дифференциала, производной, разбор одномерного, многомерного, их сравнение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309625">
              <a:defRPr sz="5299" spc="-211"/>
            </a:lvl1pPr>
          </a:lstStyle>
          <a:p>
            <a:r>
              <a:t>Определение дифференциала, производной, разбор одномерного, многомерного, их сравнение</a:t>
            </a:r>
          </a:p>
        </p:txBody>
      </p:sp>
      <p:sp>
        <p:nvSpPr>
          <p:cNvPr id="194" name="Дифференциал показывает приращение касательной (см. рис)"/>
          <p:cNvSpPr txBox="1"/>
          <p:nvPr/>
        </p:nvSpPr>
        <p:spPr>
          <a:xfrm>
            <a:off x="1295399" y="4381882"/>
            <a:ext cx="21869401" cy="6940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>
            <a:lvl1pPr defTabSz="502412">
              <a:spcBef>
                <a:spcPts val="2800"/>
              </a:spcBef>
              <a:defRPr sz="3440"/>
            </a:lvl1pPr>
          </a:lstStyle>
          <a:p>
            <a:r>
              <a:t>Дифференциал показывает приращение касательной (см. рис)</a:t>
            </a:r>
          </a:p>
        </p:txBody>
      </p:sp>
      <p:pic>
        <p:nvPicPr>
          <p:cNvPr id="195" name="Untitled.png" descr="Untitl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550" y="5220309"/>
            <a:ext cx="13203738" cy="8086922"/>
          </a:xfrm>
          <a:prstGeom prst="rect">
            <a:avLst/>
          </a:prstGeom>
          <a:ln w="12700">
            <a:miter lim="400000"/>
          </a:ln>
        </p:spPr>
      </p:pic>
      <p:pic>
        <p:nvPicPr>
          <p:cNvPr id="196" name="Untitled-2.png" descr="Untitled-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84507" y="3543455"/>
            <a:ext cx="5872626" cy="43988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97" name="Untitled-3.png" descr="Untitled-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041215" y="8461980"/>
            <a:ext cx="6759210" cy="464695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Уравнение касательной плоскости, проходящей через точки x0, y0, z0"/>
          <p:cNvSpPr txBox="1">
            <a:spLocks noGrp="1"/>
          </p:cNvSpPr>
          <p:nvPr>
            <p:ph type="body" idx="22"/>
          </p:nvPr>
        </p:nvSpPr>
        <p:spPr>
          <a:xfrm>
            <a:off x="1257299" y="1587202"/>
            <a:ext cx="21869401" cy="6940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>
            <a:normAutofit lnSpcReduction="10000"/>
          </a:bodyPr>
          <a:lstStyle/>
          <a:p>
            <a:pPr defTabSz="233679">
              <a:spcBef>
                <a:spcPts val="1300"/>
              </a:spcBef>
              <a:defRPr sz="4000" cap="none" spc="0"/>
            </a:pPr>
            <a:r>
              <a:t>Уравнение касательной плоскости, проходящей через точки x</a:t>
            </a:r>
            <a:r>
              <a:rPr baseline="-5999"/>
              <a:t>0</a:t>
            </a:r>
            <a:r>
              <a:t>, y</a:t>
            </a:r>
            <a:r>
              <a:rPr baseline="-5999"/>
              <a:t>0</a:t>
            </a:r>
            <a:r>
              <a:t>, z</a:t>
            </a:r>
            <a:r>
              <a:rPr baseline="-5999"/>
              <a:t>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0" name="Текст пункта на слайде"/>
              <p:cNvSpPr txBox="1">
                <a:spLocks noGrp="1"/>
              </p:cNvSpPr>
              <p:nvPr>
                <p:ph type="body" sz="half" idx="1"/>
              </p:nvPr>
            </p:nvSpPr>
            <p:spPr>
              <a:xfrm>
                <a:off x="1257299" y="2379697"/>
                <a:ext cx="21869401" cy="3929334"/>
              </a:xfrm>
              <a:prstGeom prst="rect">
                <a:avLst/>
              </a:prstGeom>
            </p:spPr>
            <p:txBody>
              <a:bodyPr/>
              <a:lstStyle/>
              <a:p>
                <a:pPr defTabSz="578358">
                  <a:spcBef>
                    <a:spcPts val="3200"/>
                  </a:spcBef>
                  <a:defRPr sz="3959"/>
                </a:pPr>
                <a14:m>
                  <m:oMath xmlns:m="http://schemas.openxmlformats.org/officeDocument/2006/math">
                    <m:r>
                      <a:rPr sz="4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sz="4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t>       </a:t>
                </a:r>
                <a14:m>
                  <m:oMath xmlns:m="http://schemas.openxmlformats.org/officeDocument/2006/math">
                    <m:r>
                      <a:rPr sz="4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sz="4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sz="4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sz="4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4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sz="4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sz="4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sz="4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t>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sz="46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4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sz="4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sz="4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sz="4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4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sz="4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sz="4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sz="4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4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sz="4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sz="4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t>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sz="46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4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sz="4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sz="4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sz="4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sz="4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sz="4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4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sz="4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sz="4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sz="4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4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sz="4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sz="4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/>
              </a:p>
              <a:p>
                <a:pPr defTabSz="578358">
                  <a:spcBef>
                    <a:spcPts val="3200"/>
                  </a:spcBef>
                  <a:defRPr sz="3959"/>
                </a:pPr>
                <a:r>
                  <a:t>                                           </a:t>
                </a:r>
                <a14:m>
                  <m:oMath xmlns:m="http://schemas.openxmlformats.org/officeDocument/2006/math">
                    <m:r>
                      <a:rPr sz="4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h</m:t>
                    </m:r>
                    <m:r>
                      <a:rPr sz="4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=(</m:t>
                    </m:r>
                    <m:r>
                      <a:rPr sz="4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sz="4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sz="4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4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sz="4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sz="4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sz="4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sz="4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sz="4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4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sz="4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sz="4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/>
              </a:p>
              <a:p>
                <a:pPr defTabSz="578358">
                  <a:spcBef>
                    <a:spcPts val="3200"/>
                  </a:spcBef>
                  <a:defRPr sz="3959"/>
                </a:pPr>
                <a:r>
                  <a:t>             </a:t>
                </a:r>
                <a14:m>
                  <m:oMath xmlns:m="http://schemas.openxmlformats.org/officeDocument/2006/math">
                    <m:r>
                      <a:rPr sz="4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sz="4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sz="4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4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sz="4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sz="4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sz="4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sz="4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∂</m:t>
                        </m:r>
                        <m:r>
                          <a:rPr sz="4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sz="4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∂</m:t>
                        </m:r>
                        <m:r>
                          <a:rPr sz="4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sz="4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sz="4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4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sz="4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sz="4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sz="4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4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sz="4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sz="4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)(</m:t>
                    </m:r>
                    <m:r>
                      <a:rPr sz="4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sz="4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sz="4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4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sz="4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sz="4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)+</m:t>
                    </m:r>
                    <m:f>
                      <m:fPr>
                        <m:ctrlPr>
                          <a:rPr sz="4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sz="4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∂</m:t>
                        </m:r>
                        <m:r>
                          <a:rPr sz="4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sz="4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∂</m:t>
                        </m:r>
                        <m:r>
                          <a:rPr sz="4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a:rPr sz="4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sz="4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4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sz="4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sz="4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sz="4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4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sz="4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sz="4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)(</m:t>
                    </m:r>
                    <m:r>
                      <a:rPr sz="4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sz="4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sz="4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4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sz="4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sz="4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t> </a:t>
                </a:r>
                <a:endParaRPr sz="4000"/>
              </a:p>
            </p:txBody>
          </p:sp>
        </mc:Choice>
        <mc:Fallback>
          <p:sp>
            <p:nvSpPr>
              <p:cNvPr id="200" name="Текст пункта на слайде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1"/>
              </p:nvPr>
            </p:nvSpPr>
            <p:spPr>
              <a:xfrm>
                <a:off x="1257299" y="2379697"/>
                <a:ext cx="21869401" cy="3929334"/>
              </a:xfrm>
              <a:prstGeom prst="rect">
                <a:avLst/>
              </a:prstGeom>
              <a:blipFill>
                <a:blip r:embed="rId3"/>
                <a:stretch>
                  <a:fillRect l="-406"/>
                </a:stretch>
              </a:blipFill>
            </p:spPr>
            <p:txBody>
              <a:bodyPr/>
              <a:lstStyle/>
              <a:p>
                <a:r>
                  <a:rPr lang="ru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1" name="Уравнение касательного вектора"/>
          <p:cNvSpPr txBox="1"/>
          <p:nvPr/>
        </p:nvSpPr>
        <p:spPr>
          <a:xfrm>
            <a:off x="1257300" y="6407471"/>
            <a:ext cx="21869401" cy="6940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 lnSpcReduction="10000"/>
          </a:bodyPr>
          <a:lstStyle>
            <a:lvl1pPr defTabSz="233679">
              <a:spcBef>
                <a:spcPts val="1300"/>
              </a:spcBef>
            </a:lvl1pPr>
          </a:lstStyle>
          <a:p>
            <a:r>
              <a:t>Уравнение касательного вектора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2" name="Касательный вектор (гладкая кривая):…"/>
              <p:cNvSpPr txBox="1"/>
              <p:nvPr/>
            </p:nvSpPr>
            <p:spPr>
              <a:xfrm>
                <a:off x="1257299" y="7385804"/>
                <a:ext cx="21869401" cy="7137401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50800" tIns="50800" rIns="50800" bIns="50800">
                <a:normAutofit/>
              </a:bodyPr>
              <a:lstStyle/>
              <a:p>
                <a:pPr defTabSz="572516">
                  <a:spcBef>
                    <a:spcPts val="3200"/>
                  </a:spcBef>
                  <a:defRPr sz="3920"/>
                </a:pPr>
                <a:r>
                  <a:rPr u="sng"/>
                  <a:t>Касательный вектор</a:t>
                </a:r>
                <a:r>
                  <a:t> (гладкая кривая): </a:t>
                </a:r>
              </a:p>
              <a:p>
                <a:pPr defTabSz="572516">
                  <a:spcBef>
                    <a:spcPts val="3200"/>
                  </a:spcBef>
                  <a:defRPr sz="3920"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sz="45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sz="45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sz="45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5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sz="45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sz="45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)=(</m:t>
                      </m:r>
                      <m:sSup>
                        <m:sSupPr>
                          <m:ctrlPr>
                            <a:rPr sz="45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sz="45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sz="45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sz="45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sz="45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5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sz="45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sz="45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),</m:t>
                      </m:r>
                      <m:sSup>
                        <m:sSupPr>
                          <m:ctrlPr>
                            <a:rPr sz="45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sz="45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sz="45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sz="45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sz="45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5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sz="45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sz="45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),</m:t>
                      </m:r>
                      <m:f>
                        <m:fPr>
                          <m:ctrlPr>
                            <a:rPr sz="45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sz="45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∂</m:t>
                          </m:r>
                          <m:r>
                            <a:rPr sz="45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num>
                        <m:den>
                          <m:r>
                            <a:rPr sz="45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∂</m:t>
                          </m:r>
                          <m:r>
                            <a:rPr sz="45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sz="45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sz="45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5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sz="45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sz="45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sz="45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5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sz="45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sz="45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sSup>
                        <m:sSupPr>
                          <m:ctrlPr>
                            <a:rPr sz="45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sz="45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sz="45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sz="45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sz="45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5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sz="45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sz="45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)+</m:t>
                      </m:r>
                      <m:f>
                        <m:fPr>
                          <m:ctrlPr>
                            <a:rPr sz="45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sz="45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∂</m:t>
                          </m:r>
                          <m:r>
                            <a:rPr sz="45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num>
                        <m:den>
                          <m:r>
                            <a:rPr sz="45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∂</m:t>
                          </m:r>
                          <m:r>
                            <a:rPr sz="45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den>
                      </m:f>
                      <m:r>
                        <a:rPr sz="45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sz="45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5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sz="45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sz="45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sz="45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5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sz="45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sz="45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sSup>
                        <m:sSupPr>
                          <m:ctrlPr>
                            <a:rPr sz="45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sz="45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sz="45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sz="45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sz="45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5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sz="45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sz="45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/>
              </a:p>
              <a:p>
                <a:pPr defTabSz="572516">
                  <a:spcBef>
                    <a:spcPts val="3200"/>
                  </a:spcBef>
                  <a:defRPr sz="3920"/>
                </a:pPr>
                <a:r>
                  <a:t>Зададим кривую как </a:t>
                </a:r>
                <a14:m>
                  <m:oMath xmlns:m="http://schemas.openxmlformats.org/officeDocument/2006/math">
                    <m:r>
                      <a:rPr sz="45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45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sz="45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45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sz="45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),</m:t>
                    </m:r>
                    <m:r>
                      <a:rPr sz="45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sz="45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45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sz="45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),</m:t>
                    </m:r>
                    <m:r>
                      <a:rPr sz="45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sz="45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45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sz="45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45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sz="45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),</m:t>
                    </m:r>
                    <m:r>
                      <a:rPr sz="45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sz="45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45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sz="45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)))</m:t>
                    </m:r>
                  </m:oMath>
                </a14:m>
                <a:r>
                  <a:t> при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sz="455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45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sz="45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sz="45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→(</m:t>
                    </m:r>
                    <m:sSub>
                      <m:sSubPr>
                        <m:ctrlPr>
                          <a:rPr sz="45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45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sz="45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sz="45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sz="45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45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sz="45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sz="45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t>  </a:t>
                </a:r>
              </a:p>
              <a:p>
                <a:pPr defTabSz="572516">
                  <a:spcBef>
                    <a:spcPts val="3200"/>
                  </a:spcBef>
                  <a:defRPr sz="3920"/>
                </a:pPr>
                <a:r>
                  <a:t>Касательный вектор — по своей сути есть скорость, ведь </a:t>
                </a:r>
                <a14:m>
                  <m:oMath xmlns:m="http://schemas.openxmlformats.org/officeDocument/2006/math">
                    <m:r>
                      <a:rPr sz="45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45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sz="45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sz="45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sz="45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)=0</m:t>
                    </m:r>
                  </m:oMath>
                </a14:m>
                <a:r>
                  <a:t>. </a:t>
                </a:r>
              </a:p>
              <a:p>
                <a:pPr defTabSz="572516">
                  <a:spcBef>
                    <a:spcPts val="3200"/>
                  </a:spcBef>
                  <a:defRPr sz="3920"/>
                </a:pPr>
                <a:r>
                  <a:t>Возьмем покомпонентную производную и получим формулу касательного вектора!</a:t>
                </a:r>
              </a:p>
              <a:p>
                <a:pPr defTabSz="572516">
                  <a:spcBef>
                    <a:spcPts val="3200"/>
                  </a:spcBef>
                  <a:defRPr sz="3920"/>
                </a:pPr>
                <a:r>
                  <a:t>                                           </a:t>
                </a:r>
              </a:p>
            </p:txBody>
          </p:sp>
        </mc:Choice>
        <mc:Fallback>
          <p:sp>
            <p:nvSpPr>
              <p:cNvPr id="202" name="Касательный вектор (гладкая кривая):…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7299" y="7385804"/>
                <a:ext cx="21869401" cy="7137401"/>
              </a:xfrm>
              <a:prstGeom prst="rect">
                <a:avLst/>
              </a:prstGeom>
              <a:blipFill>
                <a:blip r:embed="rId4"/>
                <a:stretch>
                  <a:fillRect l="-1102" t="-1421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ru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Нормальный вектор касательной плоскости"/>
          <p:cNvSpPr txBox="1">
            <a:spLocks noGrp="1"/>
          </p:cNvSpPr>
          <p:nvPr>
            <p:ph type="body" idx="22"/>
          </p:nvPr>
        </p:nvSpPr>
        <p:spPr>
          <a:xfrm>
            <a:off x="1257299" y="1547681"/>
            <a:ext cx="21869401" cy="6940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r>
              <a:t>Нормальный вектор касательной плоскости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5" name="Можем задавать вектор касательной плоскости как вектор частных производных:"/>
              <p:cNvSpPr txBox="1">
                <a:spLocks noGrp="1"/>
              </p:cNvSpPr>
              <p:nvPr>
                <p:ph type="body" sz="quarter" idx="1"/>
              </p:nvPr>
            </p:nvSpPr>
            <p:spPr>
              <a:xfrm>
                <a:off x="1257299" y="2346000"/>
                <a:ext cx="21869401" cy="2658468"/>
              </a:xfrm>
              <a:prstGeom prst="rect">
                <a:avLst/>
              </a:prstGeom>
            </p:spPr>
            <p:txBody>
              <a:bodyPr/>
              <a:lstStyle/>
              <a:p>
                <a:r>
                  <a:t>Можем задавать вектор касательной плоскости как вектор частных производных: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46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sz="46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=(</m:t>
                      </m:r>
                      <m:sSubSup>
                        <m:sSubSupPr>
                          <m:ctrlPr>
                            <a:rPr sz="46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sz="46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sz="46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  <m:sup>
                          <m:r>
                            <a:rPr sz="46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sz="46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sz="46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6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sz="46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sz="46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),</m:t>
                      </m:r>
                      <m:sSubSup>
                        <m:sSubSupPr>
                          <m:ctrlPr>
                            <a:rPr sz="46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sz="46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sz="46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  <m:sup>
                          <m:r>
                            <a:rPr sz="46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sz="46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sz="46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6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sz="46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sz="46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),</m:t>
                      </m:r>
                      <m:sSubSup>
                        <m:sSubSupPr>
                          <m:ctrlPr>
                            <a:rPr sz="46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sz="46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sz="46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  <m:sup>
                          <m:r>
                            <a:rPr sz="46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sz="46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sz="46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6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sz="46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sz="46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205" name="Можем задавать вектор касательной плоскости как вектор частных производных: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"/>
              </p:nvPr>
            </p:nvSpPr>
            <p:spPr>
              <a:xfrm>
                <a:off x="1257299" y="2346000"/>
                <a:ext cx="21869401" cy="2658468"/>
              </a:xfrm>
              <a:prstGeom prst="rect">
                <a:avLst/>
              </a:prstGeom>
              <a:blipFill>
                <a:blip r:embed="rId3"/>
                <a:stretch>
                  <a:fillRect l="-1160" t="-3791"/>
                </a:stretch>
              </a:blipFill>
            </p:spPr>
            <p:txBody>
              <a:bodyPr/>
              <a:lstStyle/>
              <a:p>
                <a:r>
                  <a:rPr lang="ru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6" name="Untitled-4.png" descr="Untitled-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38081" y="4709684"/>
            <a:ext cx="12107838" cy="826359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Производная по вектору и направлению"/>
          <p:cNvSpPr txBox="1">
            <a:spLocks noGrp="1"/>
          </p:cNvSpPr>
          <p:nvPr>
            <p:ph type="body" idx="22"/>
          </p:nvPr>
        </p:nvSpPr>
        <p:spPr>
          <a:xfrm>
            <a:off x="1295400" y="1508161"/>
            <a:ext cx="21869400" cy="6940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r>
              <a:rPr dirty="0" err="1"/>
              <a:t>Производная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вектору</a:t>
            </a:r>
            <a:r>
              <a:rPr dirty="0"/>
              <a:t> </a:t>
            </a:r>
            <a:r>
              <a:rPr dirty="0" err="1"/>
              <a:t>и</a:t>
            </a:r>
            <a:r>
              <a:rPr dirty="0"/>
              <a:t> </a:t>
            </a:r>
            <a:r>
              <a:rPr dirty="0" err="1"/>
              <a:t>направлению</a:t>
            </a:r>
            <a:endParaRPr dirty="0"/>
          </a:p>
        </p:txBody>
      </p:sp>
      <p:sp>
        <p:nvSpPr>
          <p:cNvPr id="209" name="] f Rm ⊃ E → Rn, x0 — внутренняя для E.…"/>
          <p:cNvSpPr txBox="1">
            <a:spLocks noGrp="1"/>
          </p:cNvSpPr>
          <p:nvPr>
            <p:ph type="body" sz="half" idx="1"/>
          </p:nvPr>
        </p:nvSpPr>
        <p:spPr>
          <a:xfrm>
            <a:off x="1295400" y="2286720"/>
            <a:ext cx="21869401" cy="5228008"/>
          </a:xfrm>
          <a:prstGeom prst="rect">
            <a:avLst/>
          </a:prstGeom>
        </p:spPr>
        <p:txBody>
          <a:bodyPr>
            <a:normAutofit/>
          </a:bodyPr>
          <a:lstStyle/>
          <a:p>
            <a:pPr defTabSz="473201">
              <a:spcBef>
                <a:spcPts val="2600"/>
              </a:spcBef>
              <a:defRPr sz="3240"/>
            </a:pPr>
            <a:r>
              <a:rPr sz="9600" dirty="0"/>
              <a:t>] </a:t>
            </a:r>
            <a:r>
              <a:rPr dirty="0"/>
              <a:t>f R</a:t>
            </a:r>
            <a:r>
              <a:rPr baseline="31999" dirty="0"/>
              <a:t>m</a:t>
            </a:r>
            <a:r>
              <a:rPr dirty="0"/>
              <a:t> </a:t>
            </a:r>
            <a:r>
              <a:rPr sz="3725" dirty="0"/>
              <a:t>⊃</a:t>
            </a:r>
            <a:r>
              <a:rPr dirty="0"/>
              <a:t> E → R</a:t>
            </a:r>
            <a:r>
              <a:rPr baseline="31999" dirty="0"/>
              <a:t>n</a:t>
            </a:r>
            <a:r>
              <a:rPr dirty="0"/>
              <a:t>, x</a:t>
            </a:r>
            <a:r>
              <a:rPr baseline="-5999" dirty="0"/>
              <a:t>0 </a:t>
            </a:r>
            <a:r>
              <a:rPr dirty="0"/>
              <a:t>— </a:t>
            </a:r>
            <a:r>
              <a:rPr dirty="0" err="1"/>
              <a:t>внутренняя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E. </a:t>
            </a:r>
          </a:p>
          <a:p>
            <a:pPr lvl="1" indent="370331" defTabSz="473201">
              <a:spcBef>
                <a:spcPts val="2600"/>
              </a:spcBef>
              <a:defRPr sz="3240"/>
            </a:pPr>
            <a:r>
              <a:rPr dirty="0" err="1"/>
              <a:t>Производная</a:t>
            </a:r>
            <a:r>
              <a:rPr dirty="0"/>
              <a:t> f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вектору</a:t>
            </a:r>
            <a:r>
              <a:rPr dirty="0"/>
              <a:t> e:</a:t>
            </a:r>
          </a:p>
          <a:p>
            <a:pPr lvl="1" indent="370331" defTabSz="473201">
              <a:spcBef>
                <a:spcPts val="2600"/>
              </a:spcBef>
              <a:defRPr sz="3240"/>
            </a:pPr>
            <a:r>
              <a:rPr dirty="0" err="1"/>
              <a:t>df</a:t>
            </a:r>
            <a:r>
              <a:rPr dirty="0"/>
              <a:t>/de =</a:t>
            </a:r>
            <a:r>
              <a:rPr dirty="0" err="1"/>
              <a:t>lim</a:t>
            </a:r>
            <a:r>
              <a:rPr dirty="0"/>
              <a:t> (f(x</a:t>
            </a:r>
            <a:r>
              <a:rPr baseline="-5999" dirty="0"/>
              <a:t>0</a:t>
            </a:r>
            <a:r>
              <a:rPr dirty="0"/>
              <a:t>+he) — f(x</a:t>
            </a:r>
            <a:r>
              <a:rPr baseline="-5999" dirty="0"/>
              <a:t>0</a:t>
            </a:r>
            <a:r>
              <a:rPr dirty="0"/>
              <a:t>))/(h) </a:t>
            </a:r>
            <a:r>
              <a:rPr dirty="0" err="1"/>
              <a:t>при</a:t>
            </a:r>
            <a:r>
              <a:rPr dirty="0"/>
              <a:t> h → 0. </a:t>
            </a:r>
            <a:r>
              <a:rPr dirty="0" err="1"/>
              <a:t>Если</a:t>
            </a:r>
            <a:r>
              <a:rPr dirty="0"/>
              <a:t> |e| = 1, </a:t>
            </a:r>
            <a:r>
              <a:rPr dirty="0" err="1"/>
              <a:t>то</a:t>
            </a:r>
            <a:r>
              <a:rPr dirty="0"/>
              <a:t> </a:t>
            </a:r>
            <a:r>
              <a:rPr dirty="0" err="1"/>
              <a:t>df</a:t>
            </a:r>
            <a:r>
              <a:rPr dirty="0"/>
              <a:t>/de — </a:t>
            </a:r>
            <a:r>
              <a:rPr dirty="0" err="1"/>
              <a:t>производная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направлению</a:t>
            </a:r>
            <a:r>
              <a:rPr dirty="0"/>
              <a:t>. </a:t>
            </a:r>
          </a:p>
          <a:p>
            <a:pPr lvl="1" indent="370331" defTabSz="473201">
              <a:spcBef>
                <a:spcPts val="2600"/>
              </a:spcBef>
              <a:defRPr sz="3240"/>
            </a:pPr>
            <a:r>
              <a:rPr dirty="0" err="1"/>
              <a:t>Частные</a:t>
            </a:r>
            <a:r>
              <a:rPr dirty="0"/>
              <a:t> </a:t>
            </a:r>
            <a:r>
              <a:rPr dirty="0" err="1"/>
              <a:t>производные</a:t>
            </a:r>
            <a:r>
              <a:rPr dirty="0"/>
              <a:t> </a:t>
            </a:r>
            <a:r>
              <a:rPr dirty="0" err="1"/>
              <a:t>отображения</a:t>
            </a:r>
            <a:r>
              <a:rPr dirty="0"/>
              <a:t> — </a:t>
            </a:r>
            <a:r>
              <a:rPr dirty="0" err="1"/>
              <a:t>производные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направлению</a:t>
            </a:r>
            <a:r>
              <a:rPr dirty="0"/>
              <a:t> </a:t>
            </a:r>
            <a:r>
              <a:rPr dirty="0" err="1"/>
              <a:t>e</a:t>
            </a:r>
            <a:r>
              <a:rPr baseline="-5999" dirty="0" err="1"/>
              <a:t>i</a:t>
            </a:r>
            <a:r>
              <a:rPr baseline="-5999" dirty="0"/>
              <a:t> </a:t>
            </a:r>
            <a:r>
              <a:rPr dirty="0"/>
              <a:t>= (0, …, </a:t>
            </a:r>
            <a:r>
              <a:rPr dirty="0" err="1"/>
              <a:t>i</a:t>
            </a:r>
            <a:r>
              <a:rPr dirty="0"/>
              <a:t>, 0, …),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ортам</a:t>
            </a:r>
            <a:endParaRPr dirty="0"/>
          </a:p>
          <a:p>
            <a:pPr lvl="1" indent="370331" defTabSz="473201">
              <a:spcBef>
                <a:spcPts val="2600"/>
              </a:spcBef>
              <a:defRPr sz="3240"/>
            </a:pPr>
            <a:r>
              <a:rPr dirty="0" err="1"/>
              <a:t>Обозначение</a:t>
            </a:r>
            <a:r>
              <a:rPr dirty="0"/>
              <a:t>: </a:t>
            </a:r>
            <a:r>
              <a:rPr dirty="0" err="1"/>
              <a:t>df</a:t>
            </a:r>
            <a:r>
              <a:rPr dirty="0"/>
              <a:t>/dx=</a:t>
            </a:r>
            <a:r>
              <a:rPr dirty="0" err="1"/>
              <a:t>df</a:t>
            </a:r>
            <a:r>
              <a:rPr dirty="0"/>
              <a:t>/</a:t>
            </a:r>
            <a:r>
              <a:rPr dirty="0" err="1"/>
              <a:t>de</a:t>
            </a:r>
            <a:r>
              <a:rPr baseline="-5999" dirty="0" err="1"/>
              <a:t>i</a:t>
            </a:r>
            <a:endParaRPr baseline="-5999" dirty="0"/>
          </a:p>
        </p:txBody>
      </p:sp>
      <p:pic>
        <p:nvPicPr>
          <p:cNvPr id="210" name="Untitled-5.png" descr="Untitled-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1849" y="6840301"/>
            <a:ext cx="9216502" cy="673956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6861D33-2DB0-B652-C61E-96E73A5B28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DFF0553-39B4-EBAD-DCBD-F4CEE31003A0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ru-US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3BA30C8-73E1-51E4-157B-7CB4B5872F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24526316" cy="13715999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Дифференцируемость ⇒ непрерывность"/>
          <p:cNvSpPr txBox="1">
            <a:spLocks noGrp="1"/>
          </p:cNvSpPr>
          <p:nvPr>
            <p:ph type="body" idx="22"/>
          </p:nvPr>
        </p:nvSpPr>
        <p:spPr>
          <a:xfrm>
            <a:off x="1295400" y="2164794"/>
            <a:ext cx="21869401" cy="6940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>
            <a:lvl1pPr defTabSz="502412">
              <a:spcBef>
                <a:spcPts val="2800"/>
              </a:spcBef>
              <a:defRPr sz="3440" cap="none" spc="0"/>
            </a:lvl1pPr>
          </a:lstStyle>
          <a:p>
            <a:r>
              <a:t>Дифференцируемость ⇒ непрерывность</a:t>
            </a:r>
          </a:p>
        </p:txBody>
      </p:sp>
      <p:sp>
        <p:nvSpPr>
          <p:cNvPr id="216" name="Свойства"/>
          <p:cNvSpPr txBox="1">
            <a:spLocks noGrp="1"/>
          </p:cNvSpPr>
          <p:nvPr>
            <p:ph type="title"/>
          </p:nvPr>
        </p:nvSpPr>
        <p:spPr>
          <a:xfrm>
            <a:off x="1295400" y="1620697"/>
            <a:ext cx="21869400" cy="694056"/>
          </a:xfrm>
          <a:prstGeom prst="rect">
            <a:avLst/>
          </a:prstGeom>
        </p:spPr>
        <p:txBody>
          <a:bodyPr>
            <a:normAutofit fontScale="90000"/>
          </a:bodyPr>
          <a:lstStyle>
            <a:lvl1pPr defTabSz="502412">
              <a:lnSpc>
                <a:spcPct val="100000"/>
              </a:lnSpc>
              <a:spcBef>
                <a:spcPts val="2800"/>
              </a:spcBef>
              <a:defRPr sz="3440" b="0" cap="none" spc="0"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r>
              <a:rPr sz="4000" dirty="0" err="1"/>
              <a:t>Свойства</a:t>
            </a:r>
            <a:endParaRPr sz="4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7" name="]f дифференцируема в x0, тогда f непрерывна в x0…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1295399" y="2817731"/>
                <a:ext cx="22777175" cy="9983869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 defTabSz="443991">
                  <a:spcBef>
                    <a:spcPts val="2500"/>
                  </a:spcBef>
                  <a:defRPr sz="3040"/>
                </a:pPr>
                <a:r>
                  <a:rPr sz="11500" dirty="0"/>
                  <a:t>]</a:t>
                </a:r>
                <a:r>
                  <a:rPr sz="4400" dirty="0"/>
                  <a:t>f </a:t>
                </a:r>
                <a:r>
                  <a:rPr sz="4400" dirty="0" err="1"/>
                  <a:t>дифференцируема</a:t>
                </a:r>
                <a:r>
                  <a:rPr sz="4400" dirty="0"/>
                  <a:t> </a:t>
                </a:r>
                <a:r>
                  <a:rPr sz="4400" dirty="0" err="1"/>
                  <a:t>в</a:t>
                </a:r>
                <a:r>
                  <a:rPr sz="4400" dirty="0"/>
                  <a:t> x</a:t>
                </a:r>
                <a:r>
                  <a:rPr sz="4400" baseline="-5999" dirty="0"/>
                  <a:t>0</a:t>
                </a:r>
                <a:r>
                  <a:rPr sz="4400" dirty="0"/>
                  <a:t>, </a:t>
                </a:r>
                <a:r>
                  <a:rPr sz="4400" dirty="0" err="1"/>
                  <a:t>тогда</a:t>
                </a:r>
                <a:r>
                  <a:rPr sz="4400" dirty="0"/>
                  <a:t> f </a:t>
                </a:r>
                <a:r>
                  <a:rPr sz="4400" dirty="0" err="1"/>
                  <a:t>непрерывна</a:t>
                </a:r>
                <a:r>
                  <a:rPr sz="4400" dirty="0"/>
                  <a:t> </a:t>
                </a:r>
                <a:r>
                  <a:rPr sz="4400" dirty="0" err="1"/>
                  <a:t>в</a:t>
                </a:r>
                <a:r>
                  <a:rPr sz="4400" dirty="0"/>
                  <a:t> x</a:t>
                </a:r>
                <a:r>
                  <a:rPr sz="4400" baseline="-5999" dirty="0"/>
                  <a:t>0</a:t>
                </a:r>
              </a:p>
              <a:p>
                <a:pPr defTabSz="443991">
                  <a:spcBef>
                    <a:spcPts val="2500"/>
                  </a:spcBef>
                  <a:defRPr sz="3040"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)−</m:t>
                      </m:r>
                      <m:r>
                        <a:rPr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𝐴h</m:t>
                      </m:r>
                      <m:r>
                        <a:rPr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bar>
                        <m:barPr>
                          <m:pos m:val="top"/>
                          <m:ctrlPr>
                            <a:rPr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</m:bar>
                      <m:r>
                        <a:rPr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(||</m:t>
                      </m:r>
                      <m:r>
                        <a:rPr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||)</m:t>
                      </m:r>
                    </m:oMath>
                  </m:oMathPara>
                </a14:m>
                <a:endParaRPr sz="4400" baseline="-5999" dirty="0"/>
              </a:p>
              <a:p>
                <a:pPr defTabSz="443991">
                  <a:spcBef>
                    <a:spcPts val="2500"/>
                  </a:spcBef>
                  <a:defRPr sz="3040"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||</m:t>
                      </m:r>
                      <m:r>
                        <a:rPr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)−</m:t>
                      </m:r>
                      <m:r>
                        <a:rPr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)||=||</m:t>
                      </m:r>
                      <m:r>
                        <a:rPr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𝐴h</m:t>
                      </m:r>
                      <m:r>
                        <a:rPr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bar>
                        <m:barPr>
                          <m:pos m:val="top"/>
                          <m:ctrlPr>
                            <a:rPr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</m:bar>
                      <m:r>
                        <a:rPr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(||</m:t>
                      </m:r>
                      <m:r>
                        <a:rPr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||)≤||</m:t>
                      </m:r>
                      <m:r>
                        <a:rPr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𝐴h</m:t>
                      </m:r>
                      <m:r>
                        <a:rPr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||+||</m:t>
                      </m:r>
                      <m:r>
                        <a:rPr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)||⋅||</m:t>
                      </m:r>
                      <m:r>
                        <a:rPr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||→0</m:t>
                      </m:r>
                    </m:oMath>
                  </m:oMathPara>
                </a14:m>
                <a:endParaRPr sz="4400" baseline="-5999" dirty="0"/>
              </a:p>
              <a:p>
                <a:pPr defTabSz="443991">
                  <a:spcBef>
                    <a:spcPts val="2500"/>
                  </a:spcBef>
                  <a:defRPr sz="3040"/>
                </a:pPr>
                <a:r>
                  <a:rPr sz="4400" dirty="0" err="1"/>
                  <a:t>Дифференцируемость</a:t>
                </a:r>
                <a:r>
                  <a:rPr sz="4400" dirty="0"/>
                  <a:t> ⇒ </a:t>
                </a:r>
                <a:r>
                  <a:rPr sz="4400" dirty="0" err="1"/>
                  <a:t>существуют</a:t>
                </a:r>
                <a:r>
                  <a:rPr sz="4400" dirty="0"/>
                  <a:t> </a:t>
                </a:r>
                <a:r>
                  <a:rPr sz="4400" dirty="0" err="1"/>
                  <a:t>производные</a:t>
                </a:r>
                <a:r>
                  <a:rPr sz="4400" dirty="0"/>
                  <a:t> </a:t>
                </a:r>
                <a:r>
                  <a:rPr sz="4400" dirty="0" err="1"/>
                  <a:t>по</a:t>
                </a:r>
                <a:r>
                  <a:rPr sz="4400" dirty="0"/>
                  <a:t> </a:t>
                </a:r>
                <a:r>
                  <a:rPr sz="4400" dirty="0" err="1"/>
                  <a:t>любому</a:t>
                </a:r>
                <a:r>
                  <a:rPr sz="4400" dirty="0"/>
                  <a:t> </a:t>
                </a:r>
                <a:r>
                  <a:rPr sz="4400" dirty="0" err="1"/>
                  <a:t>направлению</a:t>
                </a:r>
                <a:endParaRPr sz="4400" dirty="0"/>
              </a:p>
              <a:p>
                <a:pPr defTabSz="443991">
                  <a:spcBef>
                    <a:spcPts val="2500"/>
                  </a:spcBef>
                  <a:defRPr sz="3040" u="sng"/>
                </a:pPr>
                <a:r>
                  <a:rPr sz="4400" dirty="0" err="1"/>
                  <a:t>Многомерное</a:t>
                </a:r>
                <a:r>
                  <a:rPr sz="4400" dirty="0"/>
                  <a:t>:</a:t>
                </a:r>
              </a:p>
              <a:p>
                <a:pPr defTabSz="443991">
                  <a:spcBef>
                    <a:spcPts val="2500"/>
                  </a:spcBef>
                  <a:defRPr sz="3040"/>
                </a:pPr>
                <a:r>
                  <a:rPr sz="4400" dirty="0" err="1"/>
                  <a:t>Теорема</a:t>
                </a:r>
                <a:r>
                  <a:rPr sz="4400" dirty="0"/>
                  <a:t>. </a:t>
                </a:r>
                <a:r>
                  <a:rPr sz="4400" dirty="0" err="1"/>
                  <a:t>Если</a:t>
                </a:r>
                <a:r>
                  <a:rPr sz="4400" dirty="0"/>
                  <a:t> f </a:t>
                </a:r>
                <a:r>
                  <a:rPr sz="4400" dirty="0" err="1"/>
                  <a:t>дифференцируема</a:t>
                </a:r>
                <a:r>
                  <a:rPr sz="4400" dirty="0"/>
                  <a:t> </a:t>
                </a:r>
                <a:r>
                  <a:rPr sz="4400" dirty="0" err="1"/>
                  <a:t>в</a:t>
                </a:r>
                <a:r>
                  <a:rPr sz="4400" dirty="0"/>
                  <a:t> x</a:t>
                </a:r>
                <a:r>
                  <a:rPr sz="4400" baseline="-5999" dirty="0"/>
                  <a:t>0</a:t>
                </a:r>
                <a:r>
                  <a:rPr sz="4400" dirty="0"/>
                  <a:t>, </a:t>
                </a:r>
                <a:r>
                  <a:rPr sz="4400" dirty="0" err="1"/>
                  <a:t>то</a:t>
                </a:r>
                <a:r>
                  <a:rPr sz="4400" dirty="0"/>
                  <a:t> </a:t>
                </a:r>
                <a14:m>
                  <m:oMath xmlns:m="http://schemas.openxmlformats.org/officeDocument/2006/math">
                    <m:r>
                      <a:rPr sz="4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∀</m:t>
                    </m:r>
                  </m:oMath>
                </a14:m>
                <a:r>
                  <a:rPr sz="4400" dirty="0"/>
                  <a:t> </a:t>
                </a:r>
                <a:r>
                  <a:rPr sz="4400" dirty="0" err="1"/>
                  <a:t>вектора</a:t>
                </a:r>
                <a:r>
                  <a:rPr sz="4400" dirty="0"/>
                  <a:t> e </a:t>
                </a:r>
                <a14:m>
                  <m:oMath xmlns:m="http://schemas.openxmlformats.org/officeDocument/2006/math">
                    <m:r>
                      <a:rPr sz="4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∃</m:t>
                    </m:r>
                    <m:f>
                      <m:fPr>
                        <m:ctrlPr>
                          <a:rPr sz="4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sz="4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𝛿</m:t>
                        </m:r>
                        <m:r>
                          <a:rPr sz="4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sz="4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𝛿</m:t>
                        </m:r>
                        <m:r>
                          <a:rPr sz="4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</m:oMath>
                </a14:m>
                <a:endParaRPr sz="4400" dirty="0"/>
              </a:p>
              <a:p>
                <a:pPr defTabSz="443991">
                  <a:spcBef>
                    <a:spcPts val="2500"/>
                  </a:spcBef>
                  <a:defRPr sz="3040"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)−</m:t>
                      </m:r>
                      <m:r>
                        <a:rPr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𝐴h</m:t>
                      </m:r>
                      <m:r>
                        <a:rPr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bar>
                        <m:barPr>
                          <m:pos m:val="top"/>
                          <m:ctrlPr>
                            <a:rPr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bar>
                      <m:r>
                        <a:rPr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(||</m:t>
                      </m:r>
                      <m:r>
                        <a:rPr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||),</m:t>
                      </m:r>
                      <m:r>
                        <a:rPr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→0</m:t>
                      </m:r>
                    </m:oMath>
                  </m:oMathPara>
                </a14:m>
                <a:endParaRPr sz="4400" dirty="0"/>
              </a:p>
              <a:p>
                <a:pPr defTabSz="443991">
                  <a:spcBef>
                    <a:spcPts val="2500"/>
                  </a:spcBef>
                  <a:defRPr sz="3040"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𝑡𝑒</m:t>
                      </m:r>
                      <m:r>
                        <a:rPr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)−</m:t>
                      </m:r>
                      <m:r>
                        <a:rPr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𝑡𝑒</m:t>
                      </m:r>
                      <m:r>
                        <a:rPr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)+</m:t>
                      </m:r>
                      <m:bar>
                        <m:barPr>
                          <m:pos m:val="top"/>
                          <m:ctrlPr>
                            <a:rPr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bar>
                      <m:r>
                        <a:rPr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(||</m:t>
                      </m:r>
                      <m:r>
                        <a:rPr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𝑡𝑒</m:t>
                      </m:r>
                      <m:r>
                        <a:rPr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||)|:</m:t>
                      </m:r>
                      <m:r>
                        <a:rPr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sz="4400" dirty="0"/>
              </a:p>
              <a:p>
                <a:pPr defTabSz="443991">
                  <a:spcBef>
                    <a:spcPts val="2500"/>
                  </a:spcBef>
                  <a:defRPr sz="3040"/>
                </a:pPr>
                <a:r>
                  <a:rPr sz="4400" u="sng" dirty="0" err="1"/>
                  <a:t>Одномерное</a:t>
                </a:r>
                <a:r>
                  <a:rPr sz="4400" u="sng" dirty="0"/>
                  <a:t> (</a:t>
                </a:r>
                <a:r>
                  <a:rPr sz="4400" u="sng" dirty="0" err="1"/>
                  <a:t>туда</a:t>
                </a:r>
                <a:r>
                  <a:rPr sz="4400" u="sng" dirty="0"/>
                  <a:t> — </a:t>
                </a:r>
                <a:r>
                  <a:rPr sz="4400" u="sng" dirty="0" err="1"/>
                  <a:t>сюда</a:t>
                </a:r>
                <a:r>
                  <a:rPr sz="4400" u="sng" dirty="0"/>
                  <a:t>):</a:t>
                </a:r>
                <a:r>
                  <a:rPr sz="4400" dirty="0"/>
                  <a:t> </a:t>
                </a:r>
              </a:p>
              <a:p>
                <a:pPr defTabSz="443991">
                  <a:spcBef>
                    <a:spcPts val="2500"/>
                  </a:spcBef>
                  <a:defRPr sz="3040"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)−</m:t>
                      </m:r>
                      <m:r>
                        <a:rPr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𝐴h</m:t>
                      </m:r>
                      <m:r>
                        <a:rPr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𝑜</m:t>
                      </m:r>
                      <m:r>
                        <a:rPr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)⟺∃</m:t>
                      </m:r>
                      <m:sSup>
                        <m:sSupPr>
                          <m:ctrlPr>
                            <a:rPr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𝑜</m:t>
                      </m:r>
                      <m:r>
                        <a:rPr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)⋅</m:t>
                      </m:r>
                      <m:r>
                        <a:rPr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)→0</m:t>
                      </m:r>
                    </m:oMath>
                  </m:oMathPara>
                </a14:m>
                <a:endParaRPr sz="4400" dirty="0"/>
              </a:p>
            </p:txBody>
          </p:sp>
        </mc:Choice>
        <mc:Fallback>
          <p:sp>
            <p:nvSpPr>
              <p:cNvPr id="217" name="]f дифференцируема в x0, тогда f непрерывна в x0…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295399" y="2817731"/>
                <a:ext cx="22777175" cy="9983869"/>
              </a:xfrm>
              <a:prstGeom prst="rect">
                <a:avLst/>
              </a:prstGeom>
              <a:blipFill>
                <a:blip r:embed="rId3"/>
                <a:stretch>
                  <a:fillRect l="-3621" t="-3807"/>
                </a:stretch>
              </a:blipFill>
            </p:spPr>
            <p:txBody>
              <a:bodyPr/>
              <a:lstStyle/>
              <a:p>
                <a:r>
                  <a:rPr lang="ru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Анти — пример"/>
          <p:cNvSpPr txBox="1">
            <a:spLocks noGrp="1"/>
          </p:cNvSpPr>
          <p:nvPr>
            <p:ph type="body" idx="22"/>
          </p:nvPr>
        </p:nvSpPr>
        <p:spPr>
          <a:xfrm>
            <a:off x="1295400" y="1567442"/>
            <a:ext cx="21869401" cy="6940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>
            <a:lvl1pPr defTabSz="233679">
              <a:lnSpc>
                <a:spcPct val="80000"/>
              </a:lnSpc>
              <a:defRPr sz="4000" b="1" spc="-159">
                <a:latin typeface="+mn-lt"/>
                <a:ea typeface="+mn-ea"/>
                <a:cs typeface="+mn-cs"/>
                <a:sym typeface="Avenir Next Regular"/>
              </a:defRPr>
            </a:lvl1pPr>
          </a:lstStyle>
          <a:p>
            <a:r>
              <a:rPr dirty="0" err="1"/>
              <a:t>Анти</a:t>
            </a:r>
            <a:r>
              <a:rPr dirty="0"/>
              <a:t> — </a:t>
            </a:r>
            <a:r>
              <a:rPr dirty="0" err="1"/>
              <a:t>пример</a:t>
            </a:r>
            <a:endParaRPr dirty="0"/>
          </a:p>
        </p:txBody>
      </p:sp>
      <p:pic>
        <p:nvPicPr>
          <p:cNvPr id="220" name="Untitled-6.png" descr="Untitled-6.png"/>
          <p:cNvPicPr>
            <a:picLocks noChangeAspect="1"/>
          </p:cNvPicPr>
          <p:nvPr/>
        </p:nvPicPr>
        <p:blipFill>
          <a:blip r:embed="rId3"/>
          <a:srcRect l="12652" t="13" r="8400" b="6611"/>
          <a:stretch>
            <a:fillRect/>
          </a:stretch>
        </p:blipFill>
        <p:spPr>
          <a:xfrm>
            <a:off x="6570464" y="4485759"/>
            <a:ext cx="11243072" cy="871144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54" extrusionOk="0">
                <a:moveTo>
                  <a:pt x="10378" y="0"/>
                </a:moveTo>
                <a:lnTo>
                  <a:pt x="10378" y="3305"/>
                </a:lnTo>
                <a:lnTo>
                  <a:pt x="10378" y="6614"/>
                </a:lnTo>
                <a:lnTo>
                  <a:pt x="8782" y="7641"/>
                </a:lnTo>
                <a:lnTo>
                  <a:pt x="7186" y="8667"/>
                </a:lnTo>
                <a:lnTo>
                  <a:pt x="6000" y="7993"/>
                </a:lnTo>
                <a:cubicBezTo>
                  <a:pt x="5403" y="7654"/>
                  <a:pt x="4868" y="7351"/>
                  <a:pt x="4642" y="7223"/>
                </a:cubicBezTo>
                <a:cubicBezTo>
                  <a:pt x="4608" y="7257"/>
                  <a:pt x="4597" y="7291"/>
                  <a:pt x="4604" y="7326"/>
                </a:cubicBezTo>
                <a:cubicBezTo>
                  <a:pt x="5176" y="7651"/>
                  <a:pt x="6536" y="8422"/>
                  <a:pt x="6768" y="8551"/>
                </a:cubicBezTo>
                <a:cubicBezTo>
                  <a:pt x="6900" y="8624"/>
                  <a:pt x="7023" y="8699"/>
                  <a:pt x="7041" y="8719"/>
                </a:cubicBezTo>
                <a:cubicBezTo>
                  <a:pt x="7088" y="8770"/>
                  <a:pt x="5485" y="9798"/>
                  <a:pt x="5413" y="9763"/>
                </a:cubicBezTo>
                <a:cubicBezTo>
                  <a:pt x="5378" y="9746"/>
                  <a:pt x="5343" y="9768"/>
                  <a:pt x="5329" y="9816"/>
                </a:cubicBezTo>
                <a:cubicBezTo>
                  <a:pt x="5313" y="9870"/>
                  <a:pt x="5255" y="9898"/>
                  <a:pt x="5159" y="9898"/>
                </a:cubicBezTo>
                <a:cubicBezTo>
                  <a:pt x="4669" y="9899"/>
                  <a:pt x="3316" y="10258"/>
                  <a:pt x="2521" y="10598"/>
                </a:cubicBezTo>
                <a:cubicBezTo>
                  <a:pt x="2036" y="10806"/>
                  <a:pt x="1022" y="11350"/>
                  <a:pt x="518" y="11674"/>
                </a:cubicBezTo>
                <a:cubicBezTo>
                  <a:pt x="326" y="11797"/>
                  <a:pt x="159" y="11898"/>
                  <a:pt x="148" y="11898"/>
                </a:cubicBezTo>
                <a:cubicBezTo>
                  <a:pt x="137" y="11898"/>
                  <a:pt x="128" y="11800"/>
                  <a:pt x="127" y="11681"/>
                </a:cubicBezTo>
                <a:cubicBezTo>
                  <a:pt x="127" y="11672"/>
                  <a:pt x="124" y="11539"/>
                  <a:pt x="124" y="11524"/>
                </a:cubicBezTo>
                <a:cubicBezTo>
                  <a:pt x="21" y="11570"/>
                  <a:pt x="0" y="11648"/>
                  <a:pt x="0" y="11862"/>
                </a:cubicBezTo>
                <a:cubicBezTo>
                  <a:pt x="0" y="12121"/>
                  <a:pt x="21" y="12160"/>
                  <a:pt x="215" y="12278"/>
                </a:cubicBezTo>
                <a:cubicBezTo>
                  <a:pt x="273" y="12313"/>
                  <a:pt x="424" y="12405"/>
                  <a:pt x="551" y="12481"/>
                </a:cubicBezTo>
                <a:cubicBezTo>
                  <a:pt x="751" y="12601"/>
                  <a:pt x="776" y="12625"/>
                  <a:pt x="736" y="12658"/>
                </a:cubicBezTo>
                <a:cubicBezTo>
                  <a:pt x="710" y="12678"/>
                  <a:pt x="614" y="12758"/>
                  <a:pt x="522" y="12835"/>
                </a:cubicBezTo>
                <a:cubicBezTo>
                  <a:pt x="429" y="12913"/>
                  <a:pt x="328" y="12984"/>
                  <a:pt x="295" y="12994"/>
                </a:cubicBezTo>
                <a:cubicBezTo>
                  <a:pt x="197" y="13026"/>
                  <a:pt x="98" y="13194"/>
                  <a:pt x="108" y="13316"/>
                </a:cubicBezTo>
                <a:cubicBezTo>
                  <a:pt x="114" y="13403"/>
                  <a:pt x="135" y="13433"/>
                  <a:pt x="229" y="13494"/>
                </a:cubicBezTo>
                <a:cubicBezTo>
                  <a:pt x="291" y="13535"/>
                  <a:pt x="386" y="13606"/>
                  <a:pt x="440" y="13651"/>
                </a:cubicBezTo>
                <a:cubicBezTo>
                  <a:pt x="494" y="13697"/>
                  <a:pt x="544" y="13735"/>
                  <a:pt x="552" y="13735"/>
                </a:cubicBezTo>
                <a:cubicBezTo>
                  <a:pt x="573" y="13735"/>
                  <a:pt x="1117" y="14060"/>
                  <a:pt x="1611" y="14367"/>
                </a:cubicBezTo>
                <a:cubicBezTo>
                  <a:pt x="1842" y="14511"/>
                  <a:pt x="2096" y="14664"/>
                  <a:pt x="2175" y="14707"/>
                </a:cubicBezTo>
                <a:cubicBezTo>
                  <a:pt x="2255" y="14750"/>
                  <a:pt x="2355" y="14809"/>
                  <a:pt x="2397" y="14838"/>
                </a:cubicBezTo>
                <a:cubicBezTo>
                  <a:pt x="2440" y="14866"/>
                  <a:pt x="2484" y="14891"/>
                  <a:pt x="2496" y="14891"/>
                </a:cubicBezTo>
                <a:cubicBezTo>
                  <a:pt x="2533" y="14891"/>
                  <a:pt x="3398" y="15431"/>
                  <a:pt x="3552" y="15550"/>
                </a:cubicBezTo>
                <a:cubicBezTo>
                  <a:pt x="3594" y="15582"/>
                  <a:pt x="3662" y="15619"/>
                  <a:pt x="3703" y="15632"/>
                </a:cubicBezTo>
                <a:cubicBezTo>
                  <a:pt x="3745" y="15645"/>
                  <a:pt x="3808" y="15681"/>
                  <a:pt x="3844" y="15714"/>
                </a:cubicBezTo>
                <a:cubicBezTo>
                  <a:pt x="3880" y="15746"/>
                  <a:pt x="4066" y="15856"/>
                  <a:pt x="4257" y="15960"/>
                </a:cubicBezTo>
                <a:cubicBezTo>
                  <a:pt x="4571" y="16131"/>
                  <a:pt x="4677" y="16195"/>
                  <a:pt x="5090" y="16468"/>
                </a:cubicBezTo>
                <a:cubicBezTo>
                  <a:pt x="5243" y="16569"/>
                  <a:pt x="5641" y="16908"/>
                  <a:pt x="5775" y="17051"/>
                </a:cubicBezTo>
                <a:cubicBezTo>
                  <a:pt x="5828" y="17107"/>
                  <a:pt x="5966" y="17254"/>
                  <a:pt x="6083" y="17377"/>
                </a:cubicBezTo>
                <a:cubicBezTo>
                  <a:pt x="6200" y="17500"/>
                  <a:pt x="6392" y="17704"/>
                  <a:pt x="6509" y="17831"/>
                </a:cubicBezTo>
                <a:cubicBezTo>
                  <a:pt x="6627" y="17958"/>
                  <a:pt x="6754" y="18083"/>
                  <a:pt x="6791" y="18108"/>
                </a:cubicBezTo>
                <a:cubicBezTo>
                  <a:pt x="6829" y="18133"/>
                  <a:pt x="6882" y="18186"/>
                  <a:pt x="6910" y="18226"/>
                </a:cubicBezTo>
                <a:cubicBezTo>
                  <a:pt x="6938" y="18267"/>
                  <a:pt x="7026" y="18352"/>
                  <a:pt x="7103" y="18418"/>
                </a:cubicBezTo>
                <a:cubicBezTo>
                  <a:pt x="7181" y="18483"/>
                  <a:pt x="7261" y="18562"/>
                  <a:pt x="7282" y="18592"/>
                </a:cubicBezTo>
                <a:cubicBezTo>
                  <a:pt x="7304" y="18622"/>
                  <a:pt x="7403" y="18715"/>
                  <a:pt x="7503" y="18798"/>
                </a:cubicBezTo>
                <a:cubicBezTo>
                  <a:pt x="7603" y="18881"/>
                  <a:pt x="7730" y="18998"/>
                  <a:pt x="7786" y="19058"/>
                </a:cubicBezTo>
                <a:cubicBezTo>
                  <a:pt x="7841" y="19118"/>
                  <a:pt x="7968" y="19237"/>
                  <a:pt x="8066" y="19320"/>
                </a:cubicBezTo>
                <a:cubicBezTo>
                  <a:pt x="8703" y="19865"/>
                  <a:pt x="8840" y="19976"/>
                  <a:pt x="8864" y="19976"/>
                </a:cubicBezTo>
                <a:cubicBezTo>
                  <a:pt x="8879" y="19976"/>
                  <a:pt x="8981" y="20052"/>
                  <a:pt x="9091" y="20144"/>
                </a:cubicBezTo>
                <a:cubicBezTo>
                  <a:pt x="9201" y="20237"/>
                  <a:pt x="9317" y="20325"/>
                  <a:pt x="9349" y="20341"/>
                </a:cubicBezTo>
                <a:cubicBezTo>
                  <a:pt x="9382" y="20356"/>
                  <a:pt x="9457" y="20410"/>
                  <a:pt x="9517" y="20458"/>
                </a:cubicBezTo>
                <a:cubicBezTo>
                  <a:pt x="9577" y="20507"/>
                  <a:pt x="9789" y="20655"/>
                  <a:pt x="9987" y="20787"/>
                </a:cubicBezTo>
                <a:cubicBezTo>
                  <a:pt x="10306" y="21000"/>
                  <a:pt x="10550" y="21172"/>
                  <a:pt x="10667" y="21265"/>
                </a:cubicBezTo>
                <a:cubicBezTo>
                  <a:pt x="10722" y="21308"/>
                  <a:pt x="10940" y="21429"/>
                  <a:pt x="11090" y="21499"/>
                </a:cubicBezTo>
                <a:cubicBezTo>
                  <a:pt x="11306" y="21600"/>
                  <a:pt x="11421" y="21571"/>
                  <a:pt x="11682" y="21345"/>
                </a:cubicBezTo>
                <a:cubicBezTo>
                  <a:pt x="11777" y="21263"/>
                  <a:pt x="11895" y="21173"/>
                  <a:pt x="11944" y="21147"/>
                </a:cubicBezTo>
                <a:cubicBezTo>
                  <a:pt x="11994" y="21120"/>
                  <a:pt x="12133" y="21012"/>
                  <a:pt x="12254" y="20908"/>
                </a:cubicBezTo>
                <a:cubicBezTo>
                  <a:pt x="12375" y="20804"/>
                  <a:pt x="12515" y="20694"/>
                  <a:pt x="12565" y="20663"/>
                </a:cubicBezTo>
                <a:cubicBezTo>
                  <a:pt x="12701" y="20576"/>
                  <a:pt x="12942" y="20373"/>
                  <a:pt x="13146" y="20173"/>
                </a:cubicBezTo>
                <a:cubicBezTo>
                  <a:pt x="13247" y="20074"/>
                  <a:pt x="13471" y="19874"/>
                  <a:pt x="13645" y="19730"/>
                </a:cubicBezTo>
                <a:cubicBezTo>
                  <a:pt x="13819" y="19585"/>
                  <a:pt x="13979" y="19443"/>
                  <a:pt x="14000" y="19414"/>
                </a:cubicBezTo>
                <a:cubicBezTo>
                  <a:pt x="14022" y="19384"/>
                  <a:pt x="14111" y="19299"/>
                  <a:pt x="14199" y="19222"/>
                </a:cubicBezTo>
                <a:cubicBezTo>
                  <a:pt x="14288" y="19146"/>
                  <a:pt x="14360" y="19072"/>
                  <a:pt x="14360" y="19058"/>
                </a:cubicBezTo>
                <a:cubicBezTo>
                  <a:pt x="14360" y="19045"/>
                  <a:pt x="14396" y="19006"/>
                  <a:pt x="14440" y="18973"/>
                </a:cubicBezTo>
                <a:cubicBezTo>
                  <a:pt x="14484" y="18939"/>
                  <a:pt x="14550" y="18877"/>
                  <a:pt x="14587" y="18834"/>
                </a:cubicBezTo>
                <a:cubicBezTo>
                  <a:pt x="14624" y="18792"/>
                  <a:pt x="14752" y="18650"/>
                  <a:pt x="14872" y="18520"/>
                </a:cubicBezTo>
                <a:cubicBezTo>
                  <a:pt x="15178" y="18188"/>
                  <a:pt x="15384" y="17960"/>
                  <a:pt x="15463" y="17863"/>
                </a:cubicBezTo>
                <a:cubicBezTo>
                  <a:pt x="15500" y="17818"/>
                  <a:pt x="15599" y="17700"/>
                  <a:pt x="15682" y="17602"/>
                </a:cubicBezTo>
                <a:cubicBezTo>
                  <a:pt x="15766" y="17504"/>
                  <a:pt x="16015" y="17203"/>
                  <a:pt x="16237" y="16932"/>
                </a:cubicBezTo>
                <a:cubicBezTo>
                  <a:pt x="16640" y="16439"/>
                  <a:pt x="16879" y="16198"/>
                  <a:pt x="17066" y="16097"/>
                </a:cubicBezTo>
                <a:cubicBezTo>
                  <a:pt x="17121" y="16068"/>
                  <a:pt x="17190" y="16017"/>
                  <a:pt x="17219" y="15984"/>
                </a:cubicBezTo>
                <a:cubicBezTo>
                  <a:pt x="17271" y="15923"/>
                  <a:pt x="17299" y="15903"/>
                  <a:pt x="17580" y="15720"/>
                </a:cubicBezTo>
                <a:cubicBezTo>
                  <a:pt x="17666" y="15665"/>
                  <a:pt x="17767" y="15580"/>
                  <a:pt x="17804" y="15531"/>
                </a:cubicBezTo>
                <a:cubicBezTo>
                  <a:pt x="17868" y="15449"/>
                  <a:pt x="17870" y="15437"/>
                  <a:pt x="17833" y="15384"/>
                </a:cubicBezTo>
                <a:cubicBezTo>
                  <a:pt x="17810" y="15352"/>
                  <a:pt x="17761" y="15315"/>
                  <a:pt x="17724" y="15303"/>
                </a:cubicBezTo>
                <a:lnTo>
                  <a:pt x="17654" y="15281"/>
                </a:lnTo>
                <a:lnTo>
                  <a:pt x="17715" y="15218"/>
                </a:lnTo>
                <a:cubicBezTo>
                  <a:pt x="17749" y="15183"/>
                  <a:pt x="17803" y="15155"/>
                  <a:pt x="17836" y="15155"/>
                </a:cubicBezTo>
                <a:cubicBezTo>
                  <a:pt x="17870" y="15155"/>
                  <a:pt x="17941" y="15106"/>
                  <a:pt x="17994" y="15047"/>
                </a:cubicBezTo>
                <a:cubicBezTo>
                  <a:pt x="18113" y="14913"/>
                  <a:pt x="18333" y="14728"/>
                  <a:pt x="18513" y="14611"/>
                </a:cubicBezTo>
                <a:cubicBezTo>
                  <a:pt x="18588" y="14562"/>
                  <a:pt x="18757" y="14426"/>
                  <a:pt x="18889" y="14309"/>
                </a:cubicBezTo>
                <a:cubicBezTo>
                  <a:pt x="19022" y="14193"/>
                  <a:pt x="19146" y="14098"/>
                  <a:pt x="19165" y="14098"/>
                </a:cubicBezTo>
                <a:cubicBezTo>
                  <a:pt x="19184" y="14098"/>
                  <a:pt x="19214" y="14075"/>
                  <a:pt x="19232" y="14048"/>
                </a:cubicBezTo>
                <a:cubicBezTo>
                  <a:pt x="19249" y="14021"/>
                  <a:pt x="19295" y="13999"/>
                  <a:pt x="19335" y="13999"/>
                </a:cubicBezTo>
                <a:cubicBezTo>
                  <a:pt x="19405" y="13999"/>
                  <a:pt x="19603" y="13818"/>
                  <a:pt x="19651" y="13709"/>
                </a:cubicBezTo>
                <a:cubicBezTo>
                  <a:pt x="19693" y="13616"/>
                  <a:pt x="19597" y="13561"/>
                  <a:pt x="19419" y="13579"/>
                </a:cubicBezTo>
                <a:lnTo>
                  <a:pt x="19260" y="13594"/>
                </a:lnTo>
                <a:lnTo>
                  <a:pt x="19300" y="13517"/>
                </a:lnTo>
                <a:cubicBezTo>
                  <a:pt x="19356" y="13406"/>
                  <a:pt x="19801" y="13042"/>
                  <a:pt x="19880" y="13042"/>
                </a:cubicBezTo>
                <a:cubicBezTo>
                  <a:pt x="19900" y="13042"/>
                  <a:pt x="19944" y="13011"/>
                  <a:pt x="19977" y="12973"/>
                </a:cubicBezTo>
                <a:cubicBezTo>
                  <a:pt x="20032" y="12912"/>
                  <a:pt x="20058" y="12906"/>
                  <a:pt x="20218" y="12927"/>
                </a:cubicBezTo>
                <a:cubicBezTo>
                  <a:pt x="20317" y="12939"/>
                  <a:pt x="20428" y="12969"/>
                  <a:pt x="20465" y="12993"/>
                </a:cubicBezTo>
                <a:cubicBezTo>
                  <a:pt x="20521" y="13030"/>
                  <a:pt x="20778" y="13039"/>
                  <a:pt x="20989" y="13011"/>
                </a:cubicBezTo>
                <a:cubicBezTo>
                  <a:pt x="21004" y="13009"/>
                  <a:pt x="21043" y="12977"/>
                  <a:pt x="21075" y="12939"/>
                </a:cubicBezTo>
                <a:cubicBezTo>
                  <a:pt x="21120" y="12885"/>
                  <a:pt x="21125" y="12860"/>
                  <a:pt x="21101" y="12824"/>
                </a:cubicBezTo>
                <a:cubicBezTo>
                  <a:pt x="21078" y="12787"/>
                  <a:pt x="21083" y="12765"/>
                  <a:pt x="21129" y="12718"/>
                </a:cubicBezTo>
                <a:cubicBezTo>
                  <a:pt x="21257" y="12583"/>
                  <a:pt x="21107" y="12444"/>
                  <a:pt x="20883" y="12491"/>
                </a:cubicBezTo>
                <a:cubicBezTo>
                  <a:pt x="20820" y="12504"/>
                  <a:pt x="20789" y="12495"/>
                  <a:pt x="20780" y="12463"/>
                </a:cubicBezTo>
                <a:cubicBezTo>
                  <a:pt x="20772" y="12438"/>
                  <a:pt x="20731" y="12408"/>
                  <a:pt x="20688" y="12396"/>
                </a:cubicBezTo>
                <a:lnTo>
                  <a:pt x="20611" y="12375"/>
                </a:lnTo>
                <a:lnTo>
                  <a:pt x="20697" y="12279"/>
                </a:lnTo>
                <a:cubicBezTo>
                  <a:pt x="20744" y="12226"/>
                  <a:pt x="20819" y="12161"/>
                  <a:pt x="20863" y="12136"/>
                </a:cubicBezTo>
                <a:cubicBezTo>
                  <a:pt x="20950" y="12086"/>
                  <a:pt x="21532" y="11601"/>
                  <a:pt x="21584" y="11534"/>
                </a:cubicBezTo>
                <a:cubicBezTo>
                  <a:pt x="21589" y="11528"/>
                  <a:pt x="21593" y="11517"/>
                  <a:pt x="21597" y="11507"/>
                </a:cubicBezTo>
                <a:cubicBezTo>
                  <a:pt x="21598" y="11455"/>
                  <a:pt x="21599" y="11416"/>
                  <a:pt x="21600" y="11363"/>
                </a:cubicBezTo>
                <a:cubicBezTo>
                  <a:pt x="21595" y="11352"/>
                  <a:pt x="21590" y="11339"/>
                  <a:pt x="21584" y="11333"/>
                </a:cubicBezTo>
                <a:cubicBezTo>
                  <a:pt x="21572" y="11321"/>
                  <a:pt x="21524" y="11292"/>
                  <a:pt x="21498" y="11273"/>
                </a:cubicBezTo>
                <a:cubicBezTo>
                  <a:pt x="21497" y="11279"/>
                  <a:pt x="21495" y="11364"/>
                  <a:pt x="21494" y="11364"/>
                </a:cubicBezTo>
                <a:cubicBezTo>
                  <a:pt x="21486" y="11375"/>
                  <a:pt x="21463" y="11364"/>
                  <a:pt x="21443" y="11341"/>
                </a:cubicBezTo>
                <a:cubicBezTo>
                  <a:pt x="21422" y="11318"/>
                  <a:pt x="21137" y="11165"/>
                  <a:pt x="20808" y="11003"/>
                </a:cubicBezTo>
                <a:cubicBezTo>
                  <a:pt x="20479" y="10841"/>
                  <a:pt x="20173" y="10690"/>
                  <a:pt x="20129" y="10667"/>
                </a:cubicBezTo>
                <a:cubicBezTo>
                  <a:pt x="19955" y="10577"/>
                  <a:pt x="19444" y="10368"/>
                  <a:pt x="18893" y="10161"/>
                </a:cubicBezTo>
                <a:cubicBezTo>
                  <a:pt x="18334" y="9952"/>
                  <a:pt x="17341" y="9734"/>
                  <a:pt x="16629" y="9666"/>
                </a:cubicBezTo>
                <a:cubicBezTo>
                  <a:pt x="16438" y="9647"/>
                  <a:pt x="16280" y="9609"/>
                  <a:pt x="16280" y="9582"/>
                </a:cubicBezTo>
                <a:cubicBezTo>
                  <a:pt x="16280" y="9555"/>
                  <a:pt x="16310" y="9383"/>
                  <a:pt x="16346" y="9200"/>
                </a:cubicBezTo>
                <a:cubicBezTo>
                  <a:pt x="16382" y="9017"/>
                  <a:pt x="16401" y="8854"/>
                  <a:pt x="16389" y="8839"/>
                </a:cubicBezTo>
                <a:cubicBezTo>
                  <a:pt x="16376" y="8823"/>
                  <a:pt x="16329" y="8826"/>
                  <a:pt x="16283" y="8845"/>
                </a:cubicBezTo>
                <a:cubicBezTo>
                  <a:pt x="16227" y="8868"/>
                  <a:pt x="16201" y="8921"/>
                  <a:pt x="16201" y="9013"/>
                </a:cubicBezTo>
                <a:cubicBezTo>
                  <a:pt x="16201" y="9134"/>
                  <a:pt x="16196" y="9139"/>
                  <a:pt x="16150" y="9058"/>
                </a:cubicBezTo>
                <a:cubicBezTo>
                  <a:pt x="16116" y="8999"/>
                  <a:pt x="16074" y="8980"/>
                  <a:pt x="16026" y="9004"/>
                </a:cubicBezTo>
                <a:cubicBezTo>
                  <a:pt x="15953" y="9040"/>
                  <a:pt x="15952" y="9154"/>
                  <a:pt x="16025" y="9474"/>
                </a:cubicBezTo>
                <a:cubicBezTo>
                  <a:pt x="16045" y="9564"/>
                  <a:pt x="16035" y="9589"/>
                  <a:pt x="15977" y="9590"/>
                </a:cubicBezTo>
                <a:cubicBezTo>
                  <a:pt x="15909" y="9590"/>
                  <a:pt x="14632" y="8919"/>
                  <a:pt x="14655" y="8895"/>
                </a:cubicBezTo>
                <a:cubicBezTo>
                  <a:pt x="14669" y="8881"/>
                  <a:pt x="15562" y="8281"/>
                  <a:pt x="16201" y="7858"/>
                </a:cubicBezTo>
                <a:cubicBezTo>
                  <a:pt x="16475" y="7676"/>
                  <a:pt x="16843" y="7429"/>
                  <a:pt x="17018" y="7308"/>
                </a:cubicBezTo>
                <a:cubicBezTo>
                  <a:pt x="17194" y="7187"/>
                  <a:pt x="17589" y="6921"/>
                  <a:pt x="17896" y="6717"/>
                </a:cubicBezTo>
                <a:cubicBezTo>
                  <a:pt x="18203" y="6512"/>
                  <a:pt x="18634" y="6223"/>
                  <a:pt x="18854" y="6075"/>
                </a:cubicBezTo>
                <a:cubicBezTo>
                  <a:pt x="19042" y="5948"/>
                  <a:pt x="19545" y="5609"/>
                  <a:pt x="20000" y="5304"/>
                </a:cubicBezTo>
                <a:cubicBezTo>
                  <a:pt x="20034" y="5246"/>
                  <a:pt x="20052" y="5193"/>
                  <a:pt x="20044" y="5149"/>
                </a:cubicBezTo>
                <a:cubicBezTo>
                  <a:pt x="19936" y="5221"/>
                  <a:pt x="19932" y="5226"/>
                  <a:pt x="19810" y="5307"/>
                </a:cubicBezTo>
                <a:cubicBezTo>
                  <a:pt x="19349" y="5611"/>
                  <a:pt x="18955" y="5875"/>
                  <a:pt x="18933" y="5896"/>
                </a:cubicBezTo>
                <a:cubicBezTo>
                  <a:pt x="18911" y="5916"/>
                  <a:pt x="18570" y="6147"/>
                  <a:pt x="18175" y="6408"/>
                </a:cubicBezTo>
                <a:cubicBezTo>
                  <a:pt x="17780" y="6670"/>
                  <a:pt x="17296" y="6993"/>
                  <a:pt x="17098" y="7127"/>
                </a:cubicBezTo>
                <a:cubicBezTo>
                  <a:pt x="16901" y="7261"/>
                  <a:pt x="16551" y="7498"/>
                  <a:pt x="16321" y="7653"/>
                </a:cubicBezTo>
                <a:cubicBezTo>
                  <a:pt x="16090" y="7807"/>
                  <a:pt x="15633" y="8115"/>
                  <a:pt x="15304" y="8338"/>
                </a:cubicBezTo>
                <a:cubicBezTo>
                  <a:pt x="14974" y="8561"/>
                  <a:pt x="14670" y="8766"/>
                  <a:pt x="14626" y="8796"/>
                </a:cubicBezTo>
                <a:cubicBezTo>
                  <a:pt x="14587" y="8821"/>
                  <a:pt x="14521" y="8812"/>
                  <a:pt x="14372" y="8743"/>
                </a:cubicBezTo>
                <a:cubicBezTo>
                  <a:pt x="14298" y="8709"/>
                  <a:pt x="14203" y="8659"/>
                  <a:pt x="14081" y="8592"/>
                </a:cubicBezTo>
                <a:cubicBezTo>
                  <a:pt x="13960" y="8525"/>
                  <a:pt x="13811" y="8440"/>
                  <a:pt x="13628" y="8334"/>
                </a:cubicBezTo>
                <a:cubicBezTo>
                  <a:pt x="13563" y="8296"/>
                  <a:pt x="13347" y="8180"/>
                  <a:pt x="13150" y="8076"/>
                </a:cubicBezTo>
                <a:cubicBezTo>
                  <a:pt x="12952" y="7972"/>
                  <a:pt x="12719" y="7845"/>
                  <a:pt x="12631" y="7795"/>
                </a:cubicBezTo>
                <a:cubicBezTo>
                  <a:pt x="12543" y="7745"/>
                  <a:pt x="12126" y="7512"/>
                  <a:pt x="11704" y="7279"/>
                </a:cubicBezTo>
                <a:lnTo>
                  <a:pt x="10936" y="6856"/>
                </a:lnTo>
                <a:lnTo>
                  <a:pt x="10936" y="5991"/>
                </a:lnTo>
                <a:cubicBezTo>
                  <a:pt x="10936" y="5439"/>
                  <a:pt x="10952" y="5092"/>
                  <a:pt x="10981" y="5033"/>
                </a:cubicBezTo>
                <a:cubicBezTo>
                  <a:pt x="10990" y="5015"/>
                  <a:pt x="10996" y="4997"/>
                  <a:pt x="10999" y="4975"/>
                </a:cubicBezTo>
                <a:cubicBezTo>
                  <a:pt x="11010" y="4909"/>
                  <a:pt x="10998" y="4817"/>
                  <a:pt x="10960" y="4650"/>
                </a:cubicBezTo>
                <a:cubicBezTo>
                  <a:pt x="10924" y="4489"/>
                  <a:pt x="10880" y="4357"/>
                  <a:pt x="10862" y="4357"/>
                </a:cubicBezTo>
                <a:cubicBezTo>
                  <a:pt x="10825" y="4357"/>
                  <a:pt x="10737" y="4586"/>
                  <a:pt x="10737" y="4682"/>
                </a:cubicBezTo>
                <a:cubicBezTo>
                  <a:pt x="10737" y="4718"/>
                  <a:pt x="10689" y="4745"/>
                  <a:pt x="10629" y="4744"/>
                </a:cubicBezTo>
                <a:cubicBezTo>
                  <a:pt x="10605" y="4743"/>
                  <a:pt x="10586" y="4744"/>
                  <a:pt x="10572" y="4748"/>
                </a:cubicBezTo>
                <a:cubicBezTo>
                  <a:pt x="10557" y="4752"/>
                  <a:pt x="10546" y="4761"/>
                  <a:pt x="10537" y="4772"/>
                </a:cubicBezTo>
                <a:cubicBezTo>
                  <a:pt x="10521" y="4796"/>
                  <a:pt x="10514" y="4836"/>
                  <a:pt x="10509" y="4908"/>
                </a:cubicBezTo>
                <a:cubicBezTo>
                  <a:pt x="10506" y="4948"/>
                  <a:pt x="10506" y="4979"/>
                  <a:pt x="10507" y="5002"/>
                </a:cubicBezTo>
                <a:cubicBezTo>
                  <a:pt x="10509" y="5047"/>
                  <a:pt x="10522" y="5064"/>
                  <a:pt x="10559" y="5071"/>
                </a:cubicBezTo>
                <a:cubicBezTo>
                  <a:pt x="10560" y="5071"/>
                  <a:pt x="10560" y="5071"/>
                  <a:pt x="10560" y="5071"/>
                </a:cubicBezTo>
                <a:cubicBezTo>
                  <a:pt x="10579" y="5074"/>
                  <a:pt x="10604" y="5076"/>
                  <a:pt x="10637" y="5076"/>
                </a:cubicBezTo>
                <a:lnTo>
                  <a:pt x="10777" y="5076"/>
                </a:lnTo>
                <a:lnTo>
                  <a:pt x="10777" y="5917"/>
                </a:lnTo>
                <a:lnTo>
                  <a:pt x="10777" y="6760"/>
                </a:lnTo>
                <a:lnTo>
                  <a:pt x="10617" y="6679"/>
                </a:lnTo>
                <a:lnTo>
                  <a:pt x="10458" y="6599"/>
                </a:lnTo>
                <a:lnTo>
                  <a:pt x="10458" y="3298"/>
                </a:lnTo>
                <a:lnTo>
                  <a:pt x="10458" y="0"/>
                </a:lnTo>
                <a:lnTo>
                  <a:pt x="10378" y="0"/>
                </a:lnTo>
                <a:close/>
                <a:moveTo>
                  <a:pt x="14010" y="35"/>
                </a:moveTo>
                <a:cubicBezTo>
                  <a:pt x="13925" y="38"/>
                  <a:pt x="13804" y="41"/>
                  <a:pt x="13808" y="44"/>
                </a:cubicBezTo>
                <a:cubicBezTo>
                  <a:pt x="13841" y="69"/>
                  <a:pt x="14550" y="438"/>
                  <a:pt x="15384" y="865"/>
                </a:cubicBezTo>
                <a:cubicBezTo>
                  <a:pt x="16217" y="1292"/>
                  <a:pt x="16934" y="1662"/>
                  <a:pt x="16978" y="1689"/>
                </a:cubicBezTo>
                <a:cubicBezTo>
                  <a:pt x="17022" y="1716"/>
                  <a:pt x="17426" y="1924"/>
                  <a:pt x="17875" y="2151"/>
                </a:cubicBezTo>
                <a:cubicBezTo>
                  <a:pt x="18325" y="2378"/>
                  <a:pt x="18729" y="2585"/>
                  <a:pt x="18773" y="2612"/>
                </a:cubicBezTo>
                <a:cubicBezTo>
                  <a:pt x="18817" y="2639"/>
                  <a:pt x="19212" y="2842"/>
                  <a:pt x="19650" y="3065"/>
                </a:cubicBezTo>
                <a:cubicBezTo>
                  <a:pt x="19754" y="3117"/>
                  <a:pt x="19759" y="3120"/>
                  <a:pt x="19853" y="3168"/>
                </a:cubicBezTo>
                <a:cubicBezTo>
                  <a:pt x="19832" y="3139"/>
                  <a:pt x="19809" y="3105"/>
                  <a:pt x="19793" y="3092"/>
                </a:cubicBezTo>
                <a:cubicBezTo>
                  <a:pt x="19744" y="3052"/>
                  <a:pt x="19681" y="2999"/>
                  <a:pt x="19653" y="2976"/>
                </a:cubicBezTo>
                <a:cubicBezTo>
                  <a:pt x="19615" y="2944"/>
                  <a:pt x="19554" y="2902"/>
                  <a:pt x="19483" y="2856"/>
                </a:cubicBezTo>
                <a:lnTo>
                  <a:pt x="18594" y="2396"/>
                </a:lnTo>
                <a:cubicBezTo>
                  <a:pt x="16850" y="1496"/>
                  <a:pt x="15397" y="747"/>
                  <a:pt x="15364" y="731"/>
                </a:cubicBezTo>
                <a:cubicBezTo>
                  <a:pt x="15331" y="714"/>
                  <a:pt x="14995" y="542"/>
                  <a:pt x="14620" y="349"/>
                </a:cubicBezTo>
                <a:lnTo>
                  <a:pt x="14010" y="35"/>
                </a:lnTo>
                <a:close/>
                <a:moveTo>
                  <a:pt x="10693" y="3489"/>
                </a:moveTo>
                <a:cubicBezTo>
                  <a:pt x="10659" y="3489"/>
                  <a:pt x="10637" y="3493"/>
                  <a:pt x="10620" y="3499"/>
                </a:cubicBezTo>
                <a:cubicBezTo>
                  <a:pt x="10615" y="3500"/>
                  <a:pt x="10611" y="3503"/>
                  <a:pt x="10607" y="3506"/>
                </a:cubicBezTo>
                <a:cubicBezTo>
                  <a:pt x="10597" y="3512"/>
                  <a:pt x="10591" y="3520"/>
                  <a:pt x="10587" y="3531"/>
                </a:cubicBezTo>
                <a:cubicBezTo>
                  <a:pt x="10585" y="3536"/>
                  <a:pt x="10583" y="3540"/>
                  <a:pt x="10582" y="3546"/>
                </a:cubicBezTo>
                <a:cubicBezTo>
                  <a:pt x="10578" y="3563"/>
                  <a:pt x="10577" y="3583"/>
                  <a:pt x="10577" y="3611"/>
                </a:cubicBezTo>
                <a:cubicBezTo>
                  <a:pt x="10577" y="3667"/>
                  <a:pt x="10582" y="3700"/>
                  <a:pt x="10600" y="3719"/>
                </a:cubicBezTo>
                <a:cubicBezTo>
                  <a:pt x="10618" y="3737"/>
                  <a:pt x="10650" y="3742"/>
                  <a:pt x="10705" y="3742"/>
                </a:cubicBezTo>
                <a:lnTo>
                  <a:pt x="10833" y="3742"/>
                </a:lnTo>
                <a:lnTo>
                  <a:pt x="10684" y="3936"/>
                </a:lnTo>
                <a:cubicBezTo>
                  <a:pt x="10603" y="4043"/>
                  <a:pt x="10537" y="4169"/>
                  <a:pt x="10537" y="4218"/>
                </a:cubicBezTo>
                <a:cubicBezTo>
                  <a:pt x="10537" y="4236"/>
                  <a:pt x="10541" y="4251"/>
                  <a:pt x="10549" y="4263"/>
                </a:cubicBezTo>
                <a:cubicBezTo>
                  <a:pt x="10573" y="4297"/>
                  <a:pt x="10646" y="4306"/>
                  <a:pt x="10836" y="4306"/>
                </a:cubicBezTo>
                <a:cubicBezTo>
                  <a:pt x="11053" y="4306"/>
                  <a:pt x="11113" y="4303"/>
                  <a:pt x="11130" y="4252"/>
                </a:cubicBezTo>
                <a:cubicBezTo>
                  <a:pt x="11135" y="4235"/>
                  <a:pt x="11136" y="4211"/>
                  <a:pt x="11136" y="4180"/>
                </a:cubicBezTo>
                <a:cubicBezTo>
                  <a:pt x="11136" y="4139"/>
                  <a:pt x="11130" y="4112"/>
                  <a:pt x="11119" y="4092"/>
                </a:cubicBezTo>
                <a:cubicBezTo>
                  <a:pt x="11117" y="4087"/>
                  <a:pt x="11115" y="4081"/>
                  <a:pt x="11111" y="4077"/>
                </a:cubicBezTo>
                <a:cubicBezTo>
                  <a:pt x="11093" y="4057"/>
                  <a:pt x="11062" y="4046"/>
                  <a:pt x="11010" y="4040"/>
                </a:cubicBezTo>
                <a:lnTo>
                  <a:pt x="10885" y="4024"/>
                </a:lnTo>
                <a:lnTo>
                  <a:pt x="11012" y="3849"/>
                </a:lnTo>
                <a:cubicBezTo>
                  <a:pt x="11059" y="3784"/>
                  <a:pt x="11093" y="3730"/>
                  <a:pt x="11111" y="3686"/>
                </a:cubicBezTo>
                <a:cubicBezTo>
                  <a:pt x="11130" y="3642"/>
                  <a:pt x="11134" y="3608"/>
                  <a:pt x="11121" y="3581"/>
                </a:cubicBezTo>
                <a:cubicBezTo>
                  <a:pt x="11109" y="3555"/>
                  <a:pt x="11080" y="3535"/>
                  <a:pt x="11035" y="3521"/>
                </a:cubicBezTo>
                <a:cubicBezTo>
                  <a:pt x="11035" y="3521"/>
                  <a:pt x="11034" y="3521"/>
                  <a:pt x="11034" y="3521"/>
                </a:cubicBezTo>
                <a:cubicBezTo>
                  <a:pt x="10988" y="3508"/>
                  <a:pt x="10926" y="3500"/>
                  <a:pt x="10845" y="3496"/>
                </a:cubicBezTo>
                <a:cubicBezTo>
                  <a:pt x="10779" y="3492"/>
                  <a:pt x="10730" y="3489"/>
                  <a:pt x="10693" y="3489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221" name="Снимок экрана 2024-01-13 в 12.24.33 PM.png" descr="Снимок экрана 2024-01-13 в 12.24.33 PM.png"/>
          <p:cNvPicPr>
            <a:picLocks noChangeAspect="1"/>
          </p:cNvPicPr>
          <p:nvPr/>
        </p:nvPicPr>
        <p:blipFill>
          <a:blip r:embed="rId4"/>
          <a:srcRect l="1166" t="10864" b="3219"/>
          <a:stretch>
            <a:fillRect/>
          </a:stretch>
        </p:blipFill>
        <p:spPr>
          <a:xfrm>
            <a:off x="5161602" y="2822320"/>
            <a:ext cx="14060667" cy="212292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61" h="21432" extrusionOk="0">
                <a:moveTo>
                  <a:pt x="17436" y="0"/>
                </a:moveTo>
                <a:cubicBezTo>
                  <a:pt x="17412" y="-5"/>
                  <a:pt x="17395" y="47"/>
                  <a:pt x="17388" y="177"/>
                </a:cubicBezTo>
                <a:cubicBezTo>
                  <a:pt x="17379" y="360"/>
                  <a:pt x="17355" y="448"/>
                  <a:pt x="17336" y="369"/>
                </a:cubicBezTo>
                <a:cubicBezTo>
                  <a:pt x="17286" y="167"/>
                  <a:pt x="17160" y="1491"/>
                  <a:pt x="17195" y="1855"/>
                </a:cubicBezTo>
                <a:cubicBezTo>
                  <a:pt x="17210" y="2020"/>
                  <a:pt x="17259" y="2242"/>
                  <a:pt x="17303" y="2348"/>
                </a:cubicBezTo>
                <a:cubicBezTo>
                  <a:pt x="17381" y="2538"/>
                  <a:pt x="17381" y="2562"/>
                  <a:pt x="17293" y="3294"/>
                </a:cubicBezTo>
                <a:cubicBezTo>
                  <a:pt x="17227" y="3841"/>
                  <a:pt x="17194" y="3947"/>
                  <a:pt x="17171" y="3698"/>
                </a:cubicBezTo>
                <a:cubicBezTo>
                  <a:pt x="17130" y="3266"/>
                  <a:pt x="17009" y="3844"/>
                  <a:pt x="17009" y="4472"/>
                </a:cubicBezTo>
                <a:cubicBezTo>
                  <a:pt x="17009" y="4753"/>
                  <a:pt x="16980" y="4659"/>
                  <a:pt x="16916" y="4171"/>
                </a:cubicBezTo>
                <a:cubicBezTo>
                  <a:pt x="16802" y="3306"/>
                  <a:pt x="16736" y="3279"/>
                  <a:pt x="16612" y="4043"/>
                </a:cubicBezTo>
                <a:cubicBezTo>
                  <a:pt x="16516" y="4634"/>
                  <a:pt x="16487" y="5454"/>
                  <a:pt x="16553" y="5722"/>
                </a:cubicBezTo>
                <a:cubicBezTo>
                  <a:pt x="16618" y="5983"/>
                  <a:pt x="16632" y="7575"/>
                  <a:pt x="16573" y="7961"/>
                </a:cubicBezTo>
                <a:cubicBezTo>
                  <a:pt x="16498" y="8447"/>
                  <a:pt x="16502" y="8616"/>
                  <a:pt x="16601" y="9308"/>
                </a:cubicBezTo>
                <a:cubicBezTo>
                  <a:pt x="16647" y="9630"/>
                  <a:pt x="16716" y="9898"/>
                  <a:pt x="16755" y="9897"/>
                </a:cubicBezTo>
                <a:cubicBezTo>
                  <a:pt x="16829" y="9895"/>
                  <a:pt x="17099" y="8836"/>
                  <a:pt x="17030" y="8819"/>
                </a:cubicBezTo>
                <a:cubicBezTo>
                  <a:pt x="17007" y="8813"/>
                  <a:pt x="17021" y="8686"/>
                  <a:pt x="17059" y="8538"/>
                </a:cubicBezTo>
                <a:cubicBezTo>
                  <a:pt x="17124" y="8294"/>
                  <a:pt x="17156" y="7720"/>
                  <a:pt x="17232" y="5537"/>
                </a:cubicBezTo>
                <a:cubicBezTo>
                  <a:pt x="17255" y="4868"/>
                  <a:pt x="17274" y="4800"/>
                  <a:pt x="17439" y="4800"/>
                </a:cubicBezTo>
                <a:cubicBezTo>
                  <a:pt x="17585" y="4800"/>
                  <a:pt x="17631" y="4681"/>
                  <a:pt x="17670" y="4207"/>
                </a:cubicBezTo>
                <a:cubicBezTo>
                  <a:pt x="17709" y="3725"/>
                  <a:pt x="17706" y="3568"/>
                  <a:pt x="17655" y="3354"/>
                </a:cubicBezTo>
                <a:cubicBezTo>
                  <a:pt x="17597" y="3118"/>
                  <a:pt x="17597" y="3031"/>
                  <a:pt x="17655" y="2460"/>
                </a:cubicBezTo>
                <a:cubicBezTo>
                  <a:pt x="17705" y="1959"/>
                  <a:pt x="17708" y="1689"/>
                  <a:pt x="17672" y="1162"/>
                </a:cubicBezTo>
                <a:cubicBezTo>
                  <a:pt x="17630" y="559"/>
                  <a:pt x="17506" y="16"/>
                  <a:pt x="17436" y="0"/>
                </a:cubicBezTo>
                <a:close/>
                <a:moveTo>
                  <a:pt x="14750" y="36"/>
                </a:moveTo>
                <a:cubicBezTo>
                  <a:pt x="14719" y="70"/>
                  <a:pt x="14687" y="196"/>
                  <a:pt x="14640" y="425"/>
                </a:cubicBezTo>
                <a:cubicBezTo>
                  <a:pt x="14504" y="1088"/>
                  <a:pt x="14496" y="1865"/>
                  <a:pt x="14621" y="2272"/>
                </a:cubicBezTo>
                <a:lnTo>
                  <a:pt x="14714" y="2573"/>
                </a:lnTo>
                <a:lnTo>
                  <a:pt x="14627" y="3294"/>
                </a:lnTo>
                <a:cubicBezTo>
                  <a:pt x="14568" y="3782"/>
                  <a:pt x="14525" y="3934"/>
                  <a:pt x="14493" y="3763"/>
                </a:cubicBezTo>
                <a:cubicBezTo>
                  <a:pt x="14467" y="3623"/>
                  <a:pt x="14352" y="3503"/>
                  <a:pt x="14236" y="3498"/>
                </a:cubicBezTo>
                <a:cubicBezTo>
                  <a:pt x="13980" y="3487"/>
                  <a:pt x="13833" y="4195"/>
                  <a:pt x="13864" y="5285"/>
                </a:cubicBezTo>
                <a:cubicBezTo>
                  <a:pt x="13875" y="5662"/>
                  <a:pt x="13866" y="6236"/>
                  <a:pt x="13843" y="6559"/>
                </a:cubicBezTo>
                <a:cubicBezTo>
                  <a:pt x="13812" y="7005"/>
                  <a:pt x="13819" y="7270"/>
                  <a:pt x="13871" y="7665"/>
                </a:cubicBezTo>
                <a:cubicBezTo>
                  <a:pt x="13955" y="8309"/>
                  <a:pt x="14337" y="8456"/>
                  <a:pt x="14372" y="7857"/>
                </a:cubicBezTo>
                <a:cubicBezTo>
                  <a:pt x="14384" y="7654"/>
                  <a:pt x="14410" y="7552"/>
                  <a:pt x="14430" y="7633"/>
                </a:cubicBezTo>
                <a:cubicBezTo>
                  <a:pt x="14493" y="7889"/>
                  <a:pt x="14568" y="6481"/>
                  <a:pt x="14514" y="6054"/>
                </a:cubicBezTo>
                <a:cubicBezTo>
                  <a:pt x="14441" y="5484"/>
                  <a:pt x="14578" y="4853"/>
                  <a:pt x="14795" y="4752"/>
                </a:cubicBezTo>
                <a:cubicBezTo>
                  <a:pt x="14896" y="4705"/>
                  <a:pt x="14973" y="4559"/>
                  <a:pt x="14965" y="4428"/>
                </a:cubicBezTo>
                <a:cubicBezTo>
                  <a:pt x="14958" y="4297"/>
                  <a:pt x="14977" y="4078"/>
                  <a:pt x="15007" y="3943"/>
                </a:cubicBezTo>
                <a:cubicBezTo>
                  <a:pt x="15051" y="3744"/>
                  <a:pt x="15048" y="3640"/>
                  <a:pt x="14993" y="3394"/>
                </a:cubicBezTo>
                <a:cubicBezTo>
                  <a:pt x="14932" y="3118"/>
                  <a:pt x="14932" y="3035"/>
                  <a:pt x="14989" y="2460"/>
                </a:cubicBezTo>
                <a:cubicBezTo>
                  <a:pt x="15069" y="1664"/>
                  <a:pt x="15009" y="646"/>
                  <a:pt x="14856" y="189"/>
                </a:cubicBezTo>
                <a:cubicBezTo>
                  <a:pt x="14812" y="58"/>
                  <a:pt x="14781" y="3"/>
                  <a:pt x="14750" y="36"/>
                </a:cubicBezTo>
                <a:close/>
                <a:moveTo>
                  <a:pt x="20839" y="573"/>
                </a:moveTo>
                <a:cubicBezTo>
                  <a:pt x="20819" y="551"/>
                  <a:pt x="20793" y="674"/>
                  <a:pt x="20766" y="914"/>
                </a:cubicBezTo>
                <a:cubicBezTo>
                  <a:pt x="20710" y="1402"/>
                  <a:pt x="20715" y="1517"/>
                  <a:pt x="20822" y="2252"/>
                </a:cubicBezTo>
                <a:cubicBezTo>
                  <a:pt x="20935" y="3032"/>
                  <a:pt x="20939" y="3159"/>
                  <a:pt x="20952" y="6323"/>
                </a:cubicBezTo>
                <a:cubicBezTo>
                  <a:pt x="20965" y="9311"/>
                  <a:pt x="20975" y="9641"/>
                  <a:pt x="21063" y="10253"/>
                </a:cubicBezTo>
                <a:lnTo>
                  <a:pt x="21158" y="10922"/>
                </a:lnTo>
                <a:lnTo>
                  <a:pt x="21063" y="11772"/>
                </a:lnTo>
                <a:cubicBezTo>
                  <a:pt x="20976" y="12536"/>
                  <a:pt x="20965" y="12958"/>
                  <a:pt x="20952" y="15963"/>
                </a:cubicBezTo>
                <a:cubicBezTo>
                  <a:pt x="20940" y="19112"/>
                  <a:pt x="20933" y="19324"/>
                  <a:pt x="20843" y="19709"/>
                </a:cubicBezTo>
                <a:cubicBezTo>
                  <a:pt x="20791" y="19933"/>
                  <a:pt x="20755" y="20323"/>
                  <a:pt x="20762" y="20574"/>
                </a:cubicBezTo>
                <a:cubicBezTo>
                  <a:pt x="20769" y="20825"/>
                  <a:pt x="20777" y="21127"/>
                  <a:pt x="20778" y="21247"/>
                </a:cubicBezTo>
                <a:cubicBezTo>
                  <a:pt x="20783" y="21595"/>
                  <a:pt x="20957" y="21154"/>
                  <a:pt x="21063" y="20526"/>
                </a:cubicBezTo>
                <a:cubicBezTo>
                  <a:pt x="21240" y="19467"/>
                  <a:pt x="21274" y="18684"/>
                  <a:pt x="21274" y="15590"/>
                </a:cubicBezTo>
                <a:cubicBezTo>
                  <a:pt x="21274" y="12825"/>
                  <a:pt x="21279" y="12641"/>
                  <a:pt x="21376" y="12044"/>
                </a:cubicBezTo>
                <a:lnTo>
                  <a:pt x="21479" y="11411"/>
                </a:lnTo>
                <a:lnTo>
                  <a:pt x="21479" y="16419"/>
                </a:lnTo>
                <a:cubicBezTo>
                  <a:pt x="21479" y="19580"/>
                  <a:pt x="21494" y="21432"/>
                  <a:pt x="21520" y="21432"/>
                </a:cubicBezTo>
                <a:cubicBezTo>
                  <a:pt x="21546" y="21432"/>
                  <a:pt x="21561" y="17760"/>
                  <a:pt x="21561" y="10954"/>
                </a:cubicBezTo>
                <a:cubicBezTo>
                  <a:pt x="21561" y="4038"/>
                  <a:pt x="21547" y="532"/>
                  <a:pt x="21520" y="641"/>
                </a:cubicBezTo>
                <a:cubicBezTo>
                  <a:pt x="21495" y="742"/>
                  <a:pt x="21479" y="2703"/>
                  <a:pt x="21479" y="5622"/>
                </a:cubicBezTo>
                <a:cubicBezTo>
                  <a:pt x="21479" y="8268"/>
                  <a:pt x="21467" y="10433"/>
                  <a:pt x="21451" y="10433"/>
                </a:cubicBezTo>
                <a:cubicBezTo>
                  <a:pt x="21436" y="10433"/>
                  <a:pt x="21390" y="10233"/>
                  <a:pt x="21349" y="9989"/>
                </a:cubicBezTo>
                <a:cubicBezTo>
                  <a:pt x="21285" y="9611"/>
                  <a:pt x="21274" y="9113"/>
                  <a:pt x="21274" y="6627"/>
                </a:cubicBezTo>
                <a:cubicBezTo>
                  <a:pt x="21274" y="3584"/>
                  <a:pt x="21228" y="2369"/>
                  <a:pt x="21084" y="1535"/>
                </a:cubicBezTo>
                <a:cubicBezTo>
                  <a:pt x="21042" y="1288"/>
                  <a:pt x="20980" y="1046"/>
                  <a:pt x="20946" y="998"/>
                </a:cubicBezTo>
                <a:cubicBezTo>
                  <a:pt x="20912" y="949"/>
                  <a:pt x="20871" y="792"/>
                  <a:pt x="20855" y="645"/>
                </a:cubicBezTo>
                <a:cubicBezTo>
                  <a:pt x="20851" y="606"/>
                  <a:pt x="20845" y="581"/>
                  <a:pt x="20839" y="573"/>
                </a:cubicBezTo>
                <a:close/>
                <a:moveTo>
                  <a:pt x="6013" y="697"/>
                </a:moveTo>
                <a:cubicBezTo>
                  <a:pt x="5977" y="643"/>
                  <a:pt x="5931" y="770"/>
                  <a:pt x="5851" y="1118"/>
                </a:cubicBezTo>
                <a:cubicBezTo>
                  <a:pt x="5624" y="2110"/>
                  <a:pt x="5568" y="3166"/>
                  <a:pt x="5568" y="6479"/>
                </a:cubicBezTo>
                <a:cubicBezTo>
                  <a:pt x="5568" y="9222"/>
                  <a:pt x="5564" y="9390"/>
                  <a:pt x="5466" y="9945"/>
                </a:cubicBezTo>
                <a:cubicBezTo>
                  <a:pt x="5410" y="10265"/>
                  <a:pt x="5363" y="10728"/>
                  <a:pt x="5363" y="10970"/>
                </a:cubicBezTo>
                <a:cubicBezTo>
                  <a:pt x="5363" y="11213"/>
                  <a:pt x="5410" y="11698"/>
                  <a:pt x="5466" y="12044"/>
                </a:cubicBezTo>
                <a:cubicBezTo>
                  <a:pt x="5562" y="12632"/>
                  <a:pt x="5568" y="12845"/>
                  <a:pt x="5568" y="15273"/>
                </a:cubicBezTo>
                <a:cubicBezTo>
                  <a:pt x="5568" y="16704"/>
                  <a:pt x="5580" y="18252"/>
                  <a:pt x="5594" y="18711"/>
                </a:cubicBezTo>
                <a:cubicBezTo>
                  <a:pt x="5621" y="19596"/>
                  <a:pt x="5781" y="20813"/>
                  <a:pt x="5917" y="21175"/>
                </a:cubicBezTo>
                <a:cubicBezTo>
                  <a:pt x="6030" y="21476"/>
                  <a:pt x="6079" y="21347"/>
                  <a:pt x="6094" y="20710"/>
                </a:cubicBezTo>
                <a:cubicBezTo>
                  <a:pt x="6101" y="20366"/>
                  <a:pt x="6067" y="20005"/>
                  <a:pt x="6001" y="19721"/>
                </a:cubicBezTo>
                <a:cubicBezTo>
                  <a:pt x="5900" y="19286"/>
                  <a:pt x="5896" y="19184"/>
                  <a:pt x="5896" y="16343"/>
                </a:cubicBezTo>
                <a:cubicBezTo>
                  <a:pt x="5896" y="13249"/>
                  <a:pt x="5872" y="12506"/>
                  <a:pt x="5742" y="11639"/>
                </a:cubicBezTo>
                <a:cubicBezTo>
                  <a:pt x="5663" y="11107"/>
                  <a:pt x="5663" y="11099"/>
                  <a:pt x="5761" y="10329"/>
                </a:cubicBezTo>
                <a:cubicBezTo>
                  <a:pt x="5816" y="9903"/>
                  <a:pt x="5850" y="9388"/>
                  <a:pt x="5839" y="9187"/>
                </a:cubicBezTo>
                <a:cubicBezTo>
                  <a:pt x="5827" y="8987"/>
                  <a:pt x="5835" y="8823"/>
                  <a:pt x="5857" y="8823"/>
                </a:cubicBezTo>
                <a:cubicBezTo>
                  <a:pt x="5880" y="8823"/>
                  <a:pt x="5896" y="7596"/>
                  <a:pt x="5896" y="5870"/>
                </a:cubicBezTo>
                <a:cubicBezTo>
                  <a:pt x="5896" y="3055"/>
                  <a:pt x="5902" y="2892"/>
                  <a:pt x="5999" y="2336"/>
                </a:cubicBezTo>
                <a:cubicBezTo>
                  <a:pt x="6115" y="1681"/>
                  <a:pt x="6128" y="1252"/>
                  <a:pt x="6046" y="810"/>
                </a:cubicBezTo>
                <a:cubicBezTo>
                  <a:pt x="6036" y="752"/>
                  <a:pt x="6025" y="716"/>
                  <a:pt x="6013" y="697"/>
                </a:cubicBezTo>
                <a:close/>
                <a:moveTo>
                  <a:pt x="8315" y="1130"/>
                </a:moveTo>
                <a:cubicBezTo>
                  <a:pt x="8298" y="1141"/>
                  <a:pt x="8274" y="1210"/>
                  <a:pt x="8241" y="1343"/>
                </a:cubicBezTo>
                <a:cubicBezTo>
                  <a:pt x="8181" y="1585"/>
                  <a:pt x="8139" y="1620"/>
                  <a:pt x="8120" y="1443"/>
                </a:cubicBezTo>
                <a:cubicBezTo>
                  <a:pt x="8067" y="958"/>
                  <a:pt x="7848" y="1062"/>
                  <a:pt x="7757" y="1615"/>
                </a:cubicBezTo>
                <a:cubicBezTo>
                  <a:pt x="7656" y="2231"/>
                  <a:pt x="7637" y="4076"/>
                  <a:pt x="7727" y="4564"/>
                </a:cubicBezTo>
                <a:cubicBezTo>
                  <a:pt x="7760" y="4743"/>
                  <a:pt x="7860" y="4812"/>
                  <a:pt x="7968" y="4732"/>
                </a:cubicBezTo>
                <a:cubicBezTo>
                  <a:pt x="8069" y="4657"/>
                  <a:pt x="8152" y="4703"/>
                  <a:pt x="8152" y="4832"/>
                </a:cubicBezTo>
                <a:cubicBezTo>
                  <a:pt x="8152" y="4962"/>
                  <a:pt x="7898" y="5070"/>
                  <a:pt x="7588" y="5073"/>
                </a:cubicBezTo>
                <a:cubicBezTo>
                  <a:pt x="7278" y="5075"/>
                  <a:pt x="7001" y="5177"/>
                  <a:pt x="6972" y="5297"/>
                </a:cubicBezTo>
                <a:cubicBezTo>
                  <a:pt x="6943" y="5417"/>
                  <a:pt x="6930" y="5715"/>
                  <a:pt x="6945" y="5962"/>
                </a:cubicBezTo>
                <a:cubicBezTo>
                  <a:pt x="6965" y="6310"/>
                  <a:pt x="7025" y="6411"/>
                  <a:pt x="7213" y="6411"/>
                </a:cubicBezTo>
                <a:cubicBezTo>
                  <a:pt x="7427" y="6411"/>
                  <a:pt x="7455" y="6470"/>
                  <a:pt x="7455" y="6940"/>
                </a:cubicBezTo>
                <a:cubicBezTo>
                  <a:pt x="7455" y="7396"/>
                  <a:pt x="7432" y="7459"/>
                  <a:pt x="7294" y="7372"/>
                </a:cubicBezTo>
                <a:cubicBezTo>
                  <a:pt x="7092" y="7245"/>
                  <a:pt x="6943" y="8005"/>
                  <a:pt x="6980" y="8971"/>
                </a:cubicBezTo>
                <a:cubicBezTo>
                  <a:pt x="6993" y="9314"/>
                  <a:pt x="6985" y="9669"/>
                  <a:pt x="6963" y="9760"/>
                </a:cubicBezTo>
                <a:cubicBezTo>
                  <a:pt x="6935" y="9872"/>
                  <a:pt x="6935" y="10102"/>
                  <a:pt x="6964" y="10449"/>
                </a:cubicBezTo>
                <a:cubicBezTo>
                  <a:pt x="7030" y="11257"/>
                  <a:pt x="7342" y="11176"/>
                  <a:pt x="7444" y="10325"/>
                </a:cubicBezTo>
                <a:cubicBezTo>
                  <a:pt x="7521" y="9682"/>
                  <a:pt x="7654" y="9501"/>
                  <a:pt x="7978" y="9592"/>
                </a:cubicBezTo>
                <a:cubicBezTo>
                  <a:pt x="8080" y="9621"/>
                  <a:pt x="8111" y="9747"/>
                  <a:pt x="8111" y="10141"/>
                </a:cubicBezTo>
                <a:cubicBezTo>
                  <a:pt x="8111" y="10842"/>
                  <a:pt x="8153" y="11507"/>
                  <a:pt x="8197" y="11507"/>
                </a:cubicBezTo>
                <a:cubicBezTo>
                  <a:pt x="8218" y="11507"/>
                  <a:pt x="8234" y="11317"/>
                  <a:pt x="8234" y="11087"/>
                </a:cubicBezTo>
                <a:cubicBezTo>
                  <a:pt x="8234" y="10857"/>
                  <a:pt x="8252" y="10743"/>
                  <a:pt x="8275" y="10834"/>
                </a:cubicBezTo>
                <a:cubicBezTo>
                  <a:pt x="8298" y="10927"/>
                  <a:pt x="8316" y="10714"/>
                  <a:pt x="8316" y="10345"/>
                </a:cubicBezTo>
                <a:cubicBezTo>
                  <a:pt x="8316" y="9822"/>
                  <a:pt x="8341" y="9666"/>
                  <a:pt x="8439" y="9572"/>
                </a:cubicBezTo>
                <a:cubicBezTo>
                  <a:pt x="8574" y="9442"/>
                  <a:pt x="8596" y="9780"/>
                  <a:pt x="8516" y="10766"/>
                </a:cubicBezTo>
                <a:cubicBezTo>
                  <a:pt x="8477" y="11240"/>
                  <a:pt x="8484" y="11414"/>
                  <a:pt x="8556" y="11800"/>
                </a:cubicBezTo>
                <a:cubicBezTo>
                  <a:pt x="8605" y="12059"/>
                  <a:pt x="8680" y="12200"/>
                  <a:pt x="8727" y="12120"/>
                </a:cubicBezTo>
                <a:cubicBezTo>
                  <a:pt x="8809" y="11980"/>
                  <a:pt x="8936" y="10988"/>
                  <a:pt x="8984" y="10113"/>
                </a:cubicBezTo>
                <a:cubicBezTo>
                  <a:pt x="9000" y="9820"/>
                  <a:pt x="9063" y="9634"/>
                  <a:pt x="9164" y="9580"/>
                </a:cubicBezTo>
                <a:lnTo>
                  <a:pt x="9321" y="9496"/>
                </a:lnTo>
                <a:lnTo>
                  <a:pt x="9327" y="8154"/>
                </a:lnTo>
                <a:cubicBezTo>
                  <a:pt x="9330" y="7395"/>
                  <a:pt x="9312" y="6727"/>
                  <a:pt x="9286" y="6615"/>
                </a:cubicBezTo>
                <a:cubicBezTo>
                  <a:pt x="9254" y="6483"/>
                  <a:pt x="9259" y="6418"/>
                  <a:pt x="9302" y="6415"/>
                </a:cubicBezTo>
                <a:cubicBezTo>
                  <a:pt x="9404" y="6408"/>
                  <a:pt x="9470" y="5843"/>
                  <a:pt x="9417" y="5425"/>
                </a:cubicBezTo>
                <a:cubicBezTo>
                  <a:pt x="9385" y="5174"/>
                  <a:pt x="9253" y="5069"/>
                  <a:pt x="8967" y="5069"/>
                </a:cubicBezTo>
                <a:lnTo>
                  <a:pt x="8561" y="5069"/>
                </a:lnTo>
                <a:lnTo>
                  <a:pt x="8623" y="4095"/>
                </a:lnTo>
                <a:cubicBezTo>
                  <a:pt x="8657" y="3561"/>
                  <a:pt x="8685" y="2830"/>
                  <a:pt x="8685" y="2468"/>
                </a:cubicBezTo>
                <a:cubicBezTo>
                  <a:pt x="8685" y="1721"/>
                  <a:pt x="8582" y="887"/>
                  <a:pt x="8542" y="1311"/>
                </a:cubicBezTo>
                <a:cubicBezTo>
                  <a:pt x="8507" y="1678"/>
                  <a:pt x="8368" y="1656"/>
                  <a:pt x="8348" y="1278"/>
                </a:cubicBezTo>
                <a:cubicBezTo>
                  <a:pt x="8343" y="1170"/>
                  <a:pt x="8332" y="1119"/>
                  <a:pt x="8315" y="1130"/>
                </a:cubicBezTo>
                <a:close/>
                <a:moveTo>
                  <a:pt x="18828" y="1290"/>
                </a:moveTo>
                <a:cubicBezTo>
                  <a:pt x="18808" y="1325"/>
                  <a:pt x="18785" y="1461"/>
                  <a:pt x="18749" y="1711"/>
                </a:cubicBezTo>
                <a:cubicBezTo>
                  <a:pt x="18703" y="2041"/>
                  <a:pt x="18640" y="2690"/>
                  <a:pt x="18611" y="3154"/>
                </a:cubicBezTo>
                <a:cubicBezTo>
                  <a:pt x="18561" y="3938"/>
                  <a:pt x="18543" y="3995"/>
                  <a:pt x="18354" y="3995"/>
                </a:cubicBezTo>
                <a:cubicBezTo>
                  <a:pt x="18226" y="3995"/>
                  <a:pt x="18128" y="4149"/>
                  <a:pt x="18088" y="4412"/>
                </a:cubicBezTo>
                <a:cubicBezTo>
                  <a:pt x="18005" y="4951"/>
                  <a:pt x="18027" y="5063"/>
                  <a:pt x="18266" y="5325"/>
                </a:cubicBezTo>
                <a:cubicBezTo>
                  <a:pt x="18461" y="5539"/>
                  <a:pt x="18462" y="5543"/>
                  <a:pt x="18308" y="5573"/>
                </a:cubicBezTo>
                <a:cubicBezTo>
                  <a:pt x="18222" y="5591"/>
                  <a:pt x="18124" y="5785"/>
                  <a:pt x="18090" y="6006"/>
                </a:cubicBezTo>
                <a:cubicBezTo>
                  <a:pt x="18035" y="6364"/>
                  <a:pt x="18035" y="6454"/>
                  <a:pt x="18090" y="6812"/>
                </a:cubicBezTo>
                <a:cubicBezTo>
                  <a:pt x="18124" y="7033"/>
                  <a:pt x="18180" y="7212"/>
                  <a:pt x="18216" y="7212"/>
                </a:cubicBezTo>
                <a:cubicBezTo>
                  <a:pt x="18297" y="7212"/>
                  <a:pt x="18297" y="7353"/>
                  <a:pt x="18213" y="8282"/>
                </a:cubicBezTo>
                <a:cubicBezTo>
                  <a:pt x="18175" y="8694"/>
                  <a:pt x="18157" y="9226"/>
                  <a:pt x="18171" y="9464"/>
                </a:cubicBezTo>
                <a:cubicBezTo>
                  <a:pt x="18219" y="10294"/>
                  <a:pt x="18331" y="9762"/>
                  <a:pt x="18461" y="8086"/>
                </a:cubicBezTo>
                <a:cubicBezTo>
                  <a:pt x="18523" y="7285"/>
                  <a:pt x="18544" y="7212"/>
                  <a:pt x="18724" y="7212"/>
                </a:cubicBezTo>
                <a:cubicBezTo>
                  <a:pt x="18832" y="7212"/>
                  <a:pt x="18956" y="7045"/>
                  <a:pt x="18999" y="6840"/>
                </a:cubicBezTo>
                <a:cubicBezTo>
                  <a:pt x="19124" y="6239"/>
                  <a:pt x="19011" y="5607"/>
                  <a:pt x="18777" y="5602"/>
                </a:cubicBezTo>
                <a:cubicBezTo>
                  <a:pt x="18640" y="5599"/>
                  <a:pt x="18605" y="5526"/>
                  <a:pt x="18650" y="5337"/>
                </a:cubicBezTo>
                <a:cubicBezTo>
                  <a:pt x="18683" y="5194"/>
                  <a:pt x="18780" y="5075"/>
                  <a:pt x="18864" y="5073"/>
                </a:cubicBezTo>
                <a:cubicBezTo>
                  <a:pt x="18949" y="5070"/>
                  <a:pt x="19018" y="5018"/>
                  <a:pt x="19018" y="4956"/>
                </a:cubicBezTo>
                <a:cubicBezTo>
                  <a:pt x="19018" y="4472"/>
                  <a:pt x="18955" y="3995"/>
                  <a:pt x="18891" y="3995"/>
                </a:cubicBezTo>
                <a:cubicBezTo>
                  <a:pt x="18798" y="3995"/>
                  <a:pt x="18798" y="4033"/>
                  <a:pt x="18876" y="2817"/>
                </a:cubicBezTo>
                <a:cubicBezTo>
                  <a:pt x="18927" y="2026"/>
                  <a:pt x="18929" y="1770"/>
                  <a:pt x="18886" y="1475"/>
                </a:cubicBezTo>
                <a:cubicBezTo>
                  <a:pt x="18865" y="1322"/>
                  <a:pt x="18848" y="1256"/>
                  <a:pt x="18828" y="1290"/>
                </a:cubicBezTo>
                <a:close/>
                <a:moveTo>
                  <a:pt x="19709" y="1611"/>
                </a:moveTo>
                <a:cubicBezTo>
                  <a:pt x="19623" y="1564"/>
                  <a:pt x="19536" y="1787"/>
                  <a:pt x="19466" y="2272"/>
                </a:cubicBezTo>
                <a:cubicBezTo>
                  <a:pt x="19380" y="2875"/>
                  <a:pt x="19367" y="3218"/>
                  <a:pt x="19367" y="4932"/>
                </a:cubicBezTo>
                <a:cubicBezTo>
                  <a:pt x="19367" y="6647"/>
                  <a:pt x="19380" y="6994"/>
                  <a:pt x="19466" y="7597"/>
                </a:cubicBezTo>
                <a:cubicBezTo>
                  <a:pt x="19631" y="8745"/>
                  <a:pt x="19865" y="8429"/>
                  <a:pt x="19986" y="6896"/>
                </a:cubicBezTo>
                <a:cubicBezTo>
                  <a:pt x="20075" y="5768"/>
                  <a:pt x="20047" y="3264"/>
                  <a:pt x="19940" y="2749"/>
                </a:cubicBezTo>
                <a:cubicBezTo>
                  <a:pt x="19898" y="2550"/>
                  <a:pt x="19880" y="2384"/>
                  <a:pt x="19900" y="2384"/>
                </a:cubicBezTo>
                <a:cubicBezTo>
                  <a:pt x="19920" y="2384"/>
                  <a:pt x="19900" y="2208"/>
                  <a:pt x="19856" y="1992"/>
                </a:cubicBezTo>
                <a:cubicBezTo>
                  <a:pt x="19810" y="1764"/>
                  <a:pt x="19760" y="1639"/>
                  <a:pt x="19709" y="1611"/>
                </a:cubicBezTo>
                <a:close/>
                <a:moveTo>
                  <a:pt x="15814" y="2480"/>
                </a:moveTo>
                <a:cubicBezTo>
                  <a:pt x="15749" y="2499"/>
                  <a:pt x="15697" y="3061"/>
                  <a:pt x="15697" y="3895"/>
                </a:cubicBezTo>
                <a:cubicBezTo>
                  <a:pt x="15697" y="4769"/>
                  <a:pt x="15691" y="4800"/>
                  <a:pt x="15537" y="4800"/>
                </a:cubicBezTo>
                <a:cubicBezTo>
                  <a:pt x="15429" y="4800"/>
                  <a:pt x="15369" y="4936"/>
                  <a:pt x="15352" y="5225"/>
                </a:cubicBezTo>
                <a:cubicBezTo>
                  <a:pt x="15313" y="5898"/>
                  <a:pt x="15362" y="6142"/>
                  <a:pt x="15536" y="6142"/>
                </a:cubicBezTo>
                <a:cubicBezTo>
                  <a:pt x="15695" y="6142"/>
                  <a:pt x="15697" y="6152"/>
                  <a:pt x="15697" y="7160"/>
                </a:cubicBezTo>
                <a:cubicBezTo>
                  <a:pt x="15697" y="7721"/>
                  <a:pt x="15719" y="8325"/>
                  <a:pt x="15746" y="8502"/>
                </a:cubicBezTo>
                <a:cubicBezTo>
                  <a:pt x="15773" y="8679"/>
                  <a:pt x="15806" y="8823"/>
                  <a:pt x="15820" y="8823"/>
                </a:cubicBezTo>
                <a:cubicBezTo>
                  <a:pt x="15887" y="8823"/>
                  <a:pt x="15943" y="8072"/>
                  <a:pt x="15943" y="7160"/>
                </a:cubicBezTo>
                <a:cubicBezTo>
                  <a:pt x="15943" y="6152"/>
                  <a:pt x="15945" y="6142"/>
                  <a:pt x="16105" y="6142"/>
                </a:cubicBezTo>
                <a:cubicBezTo>
                  <a:pt x="16193" y="6142"/>
                  <a:pt x="16278" y="6016"/>
                  <a:pt x="16293" y="5862"/>
                </a:cubicBezTo>
                <a:cubicBezTo>
                  <a:pt x="16339" y="5373"/>
                  <a:pt x="16225" y="4800"/>
                  <a:pt x="16081" y="4800"/>
                </a:cubicBezTo>
                <a:cubicBezTo>
                  <a:pt x="15951" y="4800"/>
                  <a:pt x="15943" y="4745"/>
                  <a:pt x="15943" y="3895"/>
                </a:cubicBezTo>
                <a:cubicBezTo>
                  <a:pt x="15943" y="3396"/>
                  <a:pt x="15915" y="2836"/>
                  <a:pt x="15881" y="2653"/>
                </a:cubicBezTo>
                <a:cubicBezTo>
                  <a:pt x="15858" y="2528"/>
                  <a:pt x="15836" y="2474"/>
                  <a:pt x="15814" y="2480"/>
                </a:cubicBezTo>
                <a:close/>
                <a:moveTo>
                  <a:pt x="11969" y="3230"/>
                </a:moveTo>
                <a:cubicBezTo>
                  <a:pt x="11924" y="3269"/>
                  <a:pt x="11880" y="3469"/>
                  <a:pt x="11812" y="3847"/>
                </a:cubicBezTo>
                <a:cubicBezTo>
                  <a:pt x="11697" y="4479"/>
                  <a:pt x="11691" y="4481"/>
                  <a:pt x="11638" y="3995"/>
                </a:cubicBezTo>
                <a:cubicBezTo>
                  <a:pt x="11499" y="2738"/>
                  <a:pt x="11187" y="3294"/>
                  <a:pt x="11104" y="4944"/>
                </a:cubicBezTo>
                <a:cubicBezTo>
                  <a:pt x="11047" y="6070"/>
                  <a:pt x="11102" y="7258"/>
                  <a:pt x="11242" y="7897"/>
                </a:cubicBezTo>
                <a:cubicBezTo>
                  <a:pt x="11358" y="8430"/>
                  <a:pt x="11443" y="8388"/>
                  <a:pt x="11569" y="7737"/>
                </a:cubicBezTo>
                <a:lnTo>
                  <a:pt x="11676" y="7188"/>
                </a:lnTo>
                <a:lnTo>
                  <a:pt x="11801" y="7793"/>
                </a:lnTo>
                <a:cubicBezTo>
                  <a:pt x="11911" y="8325"/>
                  <a:pt x="11942" y="8362"/>
                  <a:pt x="12054" y="8086"/>
                </a:cubicBezTo>
                <a:cubicBezTo>
                  <a:pt x="12142" y="7868"/>
                  <a:pt x="12206" y="7854"/>
                  <a:pt x="12259" y="8042"/>
                </a:cubicBezTo>
                <a:cubicBezTo>
                  <a:pt x="12302" y="8191"/>
                  <a:pt x="12355" y="8233"/>
                  <a:pt x="12379" y="8138"/>
                </a:cubicBezTo>
                <a:cubicBezTo>
                  <a:pt x="12402" y="8042"/>
                  <a:pt x="12665" y="7977"/>
                  <a:pt x="12963" y="7993"/>
                </a:cubicBezTo>
                <a:cubicBezTo>
                  <a:pt x="13479" y="8021"/>
                  <a:pt x="13679" y="7809"/>
                  <a:pt x="13566" y="7352"/>
                </a:cubicBezTo>
                <a:cubicBezTo>
                  <a:pt x="13533" y="7222"/>
                  <a:pt x="13521" y="6550"/>
                  <a:pt x="13530" y="5373"/>
                </a:cubicBezTo>
                <a:lnTo>
                  <a:pt x="13544" y="3594"/>
                </a:lnTo>
                <a:lnTo>
                  <a:pt x="12933" y="3518"/>
                </a:lnTo>
                <a:cubicBezTo>
                  <a:pt x="12594" y="3476"/>
                  <a:pt x="12304" y="3553"/>
                  <a:pt x="12283" y="3690"/>
                </a:cubicBezTo>
                <a:cubicBezTo>
                  <a:pt x="12259" y="3843"/>
                  <a:pt x="12203" y="3795"/>
                  <a:pt x="12136" y="3566"/>
                </a:cubicBezTo>
                <a:cubicBezTo>
                  <a:pt x="12062" y="3312"/>
                  <a:pt x="12015" y="3191"/>
                  <a:pt x="11969" y="3230"/>
                </a:cubicBezTo>
                <a:close/>
                <a:moveTo>
                  <a:pt x="9655" y="6142"/>
                </a:moveTo>
                <a:cubicBezTo>
                  <a:pt x="9573" y="6142"/>
                  <a:pt x="9520" y="7361"/>
                  <a:pt x="9581" y="7841"/>
                </a:cubicBezTo>
                <a:cubicBezTo>
                  <a:pt x="9613" y="8095"/>
                  <a:pt x="9614" y="8276"/>
                  <a:pt x="9581" y="8490"/>
                </a:cubicBezTo>
                <a:cubicBezTo>
                  <a:pt x="9556" y="8654"/>
                  <a:pt x="9546" y="8976"/>
                  <a:pt x="9560" y="9207"/>
                </a:cubicBezTo>
                <a:cubicBezTo>
                  <a:pt x="9574" y="9439"/>
                  <a:pt x="9610" y="9628"/>
                  <a:pt x="9642" y="9628"/>
                </a:cubicBezTo>
                <a:cubicBezTo>
                  <a:pt x="9704" y="9628"/>
                  <a:pt x="9827" y="8826"/>
                  <a:pt x="9766" y="8819"/>
                </a:cubicBezTo>
                <a:cubicBezTo>
                  <a:pt x="9747" y="8817"/>
                  <a:pt x="9751" y="8727"/>
                  <a:pt x="9777" y="8618"/>
                </a:cubicBezTo>
                <a:cubicBezTo>
                  <a:pt x="9802" y="8510"/>
                  <a:pt x="9834" y="8168"/>
                  <a:pt x="9848" y="7861"/>
                </a:cubicBezTo>
                <a:cubicBezTo>
                  <a:pt x="9879" y="7215"/>
                  <a:pt x="9759" y="6142"/>
                  <a:pt x="9655" y="6142"/>
                </a:cubicBezTo>
                <a:close/>
                <a:moveTo>
                  <a:pt x="1148" y="6407"/>
                </a:moveTo>
                <a:cubicBezTo>
                  <a:pt x="1107" y="6394"/>
                  <a:pt x="1043" y="6622"/>
                  <a:pt x="969" y="7148"/>
                </a:cubicBezTo>
                <a:cubicBezTo>
                  <a:pt x="833" y="8106"/>
                  <a:pt x="771" y="9359"/>
                  <a:pt x="771" y="11151"/>
                </a:cubicBezTo>
                <a:cubicBezTo>
                  <a:pt x="771" y="12747"/>
                  <a:pt x="838" y="14007"/>
                  <a:pt x="972" y="14925"/>
                </a:cubicBezTo>
                <a:cubicBezTo>
                  <a:pt x="1070" y="15592"/>
                  <a:pt x="1093" y="15631"/>
                  <a:pt x="1177" y="15281"/>
                </a:cubicBezTo>
                <a:cubicBezTo>
                  <a:pt x="1225" y="15084"/>
                  <a:pt x="1218" y="14866"/>
                  <a:pt x="1139" y="14011"/>
                </a:cubicBezTo>
                <a:cubicBezTo>
                  <a:pt x="1003" y="12546"/>
                  <a:pt x="1000" y="9641"/>
                  <a:pt x="1133" y="8170"/>
                </a:cubicBezTo>
                <a:cubicBezTo>
                  <a:pt x="1228" y="7113"/>
                  <a:pt x="1218" y="6428"/>
                  <a:pt x="1148" y="6407"/>
                </a:cubicBezTo>
                <a:close/>
                <a:moveTo>
                  <a:pt x="3197" y="6427"/>
                </a:moveTo>
                <a:cubicBezTo>
                  <a:pt x="3178" y="6433"/>
                  <a:pt x="3161" y="6496"/>
                  <a:pt x="3143" y="6615"/>
                </a:cubicBezTo>
                <a:cubicBezTo>
                  <a:pt x="3103" y="6872"/>
                  <a:pt x="3114" y="7184"/>
                  <a:pt x="3192" y="8082"/>
                </a:cubicBezTo>
                <a:cubicBezTo>
                  <a:pt x="3329" y="9650"/>
                  <a:pt x="3332" y="12221"/>
                  <a:pt x="3200" y="13871"/>
                </a:cubicBezTo>
                <a:cubicBezTo>
                  <a:pt x="3149" y="14508"/>
                  <a:pt x="3117" y="15140"/>
                  <a:pt x="3130" y="15277"/>
                </a:cubicBezTo>
                <a:cubicBezTo>
                  <a:pt x="3201" y="16029"/>
                  <a:pt x="3452" y="14623"/>
                  <a:pt x="3519" y="13098"/>
                </a:cubicBezTo>
                <a:cubicBezTo>
                  <a:pt x="3570" y="11946"/>
                  <a:pt x="3572" y="9628"/>
                  <a:pt x="3522" y="9628"/>
                </a:cubicBezTo>
                <a:cubicBezTo>
                  <a:pt x="3502" y="9628"/>
                  <a:pt x="3494" y="9416"/>
                  <a:pt x="3504" y="9155"/>
                </a:cubicBezTo>
                <a:cubicBezTo>
                  <a:pt x="3525" y="8635"/>
                  <a:pt x="3375" y="7030"/>
                  <a:pt x="3263" y="6575"/>
                </a:cubicBezTo>
                <a:cubicBezTo>
                  <a:pt x="3237" y="6470"/>
                  <a:pt x="3217" y="6421"/>
                  <a:pt x="3197" y="6427"/>
                </a:cubicBezTo>
                <a:close/>
                <a:moveTo>
                  <a:pt x="588" y="6719"/>
                </a:moveTo>
                <a:cubicBezTo>
                  <a:pt x="508" y="6616"/>
                  <a:pt x="320" y="7655"/>
                  <a:pt x="320" y="8198"/>
                </a:cubicBezTo>
                <a:cubicBezTo>
                  <a:pt x="320" y="8393"/>
                  <a:pt x="280" y="8814"/>
                  <a:pt x="232" y="9131"/>
                </a:cubicBezTo>
                <a:cubicBezTo>
                  <a:pt x="166" y="9560"/>
                  <a:pt x="154" y="9817"/>
                  <a:pt x="184" y="10137"/>
                </a:cubicBezTo>
                <a:cubicBezTo>
                  <a:pt x="206" y="10373"/>
                  <a:pt x="220" y="11112"/>
                  <a:pt x="215" y="11776"/>
                </a:cubicBezTo>
                <a:cubicBezTo>
                  <a:pt x="208" y="12775"/>
                  <a:pt x="191" y="12995"/>
                  <a:pt x="119" y="13066"/>
                </a:cubicBezTo>
                <a:cubicBezTo>
                  <a:pt x="14" y="13169"/>
                  <a:pt x="-39" y="14290"/>
                  <a:pt x="33" y="14861"/>
                </a:cubicBezTo>
                <a:cubicBezTo>
                  <a:pt x="173" y="15959"/>
                  <a:pt x="417" y="14510"/>
                  <a:pt x="463" y="12309"/>
                </a:cubicBezTo>
                <a:cubicBezTo>
                  <a:pt x="483" y="11343"/>
                  <a:pt x="524" y="10742"/>
                  <a:pt x="601" y="10257"/>
                </a:cubicBezTo>
                <a:cubicBezTo>
                  <a:pt x="674" y="9796"/>
                  <a:pt x="693" y="9530"/>
                  <a:pt x="658" y="9444"/>
                </a:cubicBezTo>
                <a:cubicBezTo>
                  <a:pt x="620" y="9351"/>
                  <a:pt x="629" y="9124"/>
                  <a:pt x="689" y="8622"/>
                </a:cubicBezTo>
                <a:cubicBezTo>
                  <a:pt x="763" y="8015"/>
                  <a:pt x="766" y="7867"/>
                  <a:pt x="716" y="7372"/>
                </a:cubicBezTo>
                <a:cubicBezTo>
                  <a:pt x="684" y="7064"/>
                  <a:pt x="627" y="6770"/>
                  <a:pt x="588" y="6719"/>
                </a:cubicBezTo>
                <a:close/>
                <a:moveTo>
                  <a:pt x="2675" y="8895"/>
                </a:moveTo>
                <a:cubicBezTo>
                  <a:pt x="2619" y="8911"/>
                  <a:pt x="2560" y="9258"/>
                  <a:pt x="2477" y="9985"/>
                </a:cubicBezTo>
                <a:cubicBezTo>
                  <a:pt x="2403" y="10633"/>
                  <a:pt x="2401" y="10731"/>
                  <a:pt x="2460" y="11034"/>
                </a:cubicBezTo>
                <a:cubicBezTo>
                  <a:pt x="2528" y="11380"/>
                  <a:pt x="2585" y="13114"/>
                  <a:pt x="2530" y="13114"/>
                </a:cubicBezTo>
                <a:cubicBezTo>
                  <a:pt x="2457" y="13114"/>
                  <a:pt x="2448" y="14248"/>
                  <a:pt x="2516" y="14745"/>
                </a:cubicBezTo>
                <a:cubicBezTo>
                  <a:pt x="2556" y="15029"/>
                  <a:pt x="2630" y="15261"/>
                  <a:pt x="2683" y="15261"/>
                </a:cubicBezTo>
                <a:cubicBezTo>
                  <a:pt x="2810" y="15261"/>
                  <a:pt x="3053" y="13827"/>
                  <a:pt x="3080" y="12914"/>
                </a:cubicBezTo>
                <a:cubicBezTo>
                  <a:pt x="3092" y="12509"/>
                  <a:pt x="3122" y="11643"/>
                  <a:pt x="3147" y="10990"/>
                </a:cubicBezTo>
                <a:cubicBezTo>
                  <a:pt x="3185" y="10015"/>
                  <a:pt x="3183" y="9735"/>
                  <a:pt x="3134" y="9412"/>
                </a:cubicBezTo>
                <a:cubicBezTo>
                  <a:pt x="3058" y="8916"/>
                  <a:pt x="2953" y="9164"/>
                  <a:pt x="2905" y="9957"/>
                </a:cubicBezTo>
                <a:cubicBezTo>
                  <a:pt x="2881" y="10349"/>
                  <a:pt x="2866" y="10417"/>
                  <a:pt x="2865" y="10141"/>
                </a:cubicBezTo>
                <a:cubicBezTo>
                  <a:pt x="2863" y="9906"/>
                  <a:pt x="2824" y="9486"/>
                  <a:pt x="2777" y="9211"/>
                </a:cubicBezTo>
                <a:cubicBezTo>
                  <a:pt x="2741" y="8996"/>
                  <a:pt x="2709" y="8886"/>
                  <a:pt x="2675" y="8895"/>
                </a:cubicBezTo>
                <a:close/>
                <a:moveTo>
                  <a:pt x="1738" y="8939"/>
                </a:moveTo>
                <a:cubicBezTo>
                  <a:pt x="1706" y="8930"/>
                  <a:pt x="1666" y="8935"/>
                  <a:pt x="1615" y="8947"/>
                </a:cubicBezTo>
                <a:cubicBezTo>
                  <a:pt x="1296" y="9020"/>
                  <a:pt x="1119" y="10183"/>
                  <a:pt x="1273" y="11199"/>
                </a:cubicBezTo>
                <a:cubicBezTo>
                  <a:pt x="1314" y="11470"/>
                  <a:pt x="1310" y="11592"/>
                  <a:pt x="1252" y="11804"/>
                </a:cubicBezTo>
                <a:cubicBezTo>
                  <a:pt x="1169" y="12112"/>
                  <a:pt x="1158" y="12926"/>
                  <a:pt x="1232" y="13322"/>
                </a:cubicBezTo>
                <a:cubicBezTo>
                  <a:pt x="1261" y="13473"/>
                  <a:pt x="1387" y="13606"/>
                  <a:pt x="1514" y="13615"/>
                </a:cubicBezTo>
                <a:cubicBezTo>
                  <a:pt x="1693" y="13627"/>
                  <a:pt x="1761" y="13515"/>
                  <a:pt x="1818" y="13106"/>
                </a:cubicBezTo>
                <a:cubicBezTo>
                  <a:pt x="1889" y="12588"/>
                  <a:pt x="1892" y="12587"/>
                  <a:pt x="1946" y="13094"/>
                </a:cubicBezTo>
                <a:cubicBezTo>
                  <a:pt x="1976" y="13377"/>
                  <a:pt x="1990" y="13798"/>
                  <a:pt x="1976" y="14031"/>
                </a:cubicBezTo>
                <a:cubicBezTo>
                  <a:pt x="1962" y="14265"/>
                  <a:pt x="1962" y="14635"/>
                  <a:pt x="1975" y="14857"/>
                </a:cubicBezTo>
                <a:cubicBezTo>
                  <a:pt x="2009" y="15444"/>
                  <a:pt x="2066" y="15352"/>
                  <a:pt x="2162" y="14552"/>
                </a:cubicBezTo>
                <a:cubicBezTo>
                  <a:pt x="2271" y="13651"/>
                  <a:pt x="2271" y="12535"/>
                  <a:pt x="2163" y="11896"/>
                </a:cubicBezTo>
                <a:cubicBezTo>
                  <a:pt x="2094" y="11487"/>
                  <a:pt x="2064" y="11453"/>
                  <a:pt x="2000" y="11716"/>
                </a:cubicBezTo>
                <a:cubicBezTo>
                  <a:pt x="1934" y="11984"/>
                  <a:pt x="1915" y="11951"/>
                  <a:pt x="1878" y="11503"/>
                </a:cubicBezTo>
                <a:cubicBezTo>
                  <a:pt x="1847" y="11122"/>
                  <a:pt x="1847" y="10970"/>
                  <a:pt x="1879" y="10970"/>
                </a:cubicBezTo>
                <a:cubicBezTo>
                  <a:pt x="1904" y="10970"/>
                  <a:pt x="1913" y="10861"/>
                  <a:pt x="1901" y="10726"/>
                </a:cubicBezTo>
                <a:cubicBezTo>
                  <a:pt x="1888" y="10591"/>
                  <a:pt x="1900" y="10430"/>
                  <a:pt x="1928" y="10369"/>
                </a:cubicBezTo>
                <a:cubicBezTo>
                  <a:pt x="1966" y="10287"/>
                  <a:pt x="1961" y="10083"/>
                  <a:pt x="1910" y="9576"/>
                </a:cubicBezTo>
                <a:cubicBezTo>
                  <a:pt x="1865" y="9120"/>
                  <a:pt x="1835" y="8967"/>
                  <a:pt x="1738" y="8939"/>
                </a:cubicBezTo>
                <a:close/>
                <a:moveTo>
                  <a:pt x="4421" y="9360"/>
                </a:moveTo>
                <a:cubicBezTo>
                  <a:pt x="3994" y="9360"/>
                  <a:pt x="3883" y="9695"/>
                  <a:pt x="3978" y="10698"/>
                </a:cubicBezTo>
                <a:cubicBezTo>
                  <a:pt x="4022" y="11158"/>
                  <a:pt x="4021" y="11297"/>
                  <a:pt x="3972" y="11495"/>
                </a:cubicBezTo>
                <a:cubicBezTo>
                  <a:pt x="3923" y="11694"/>
                  <a:pt x="3922" y="11806"/>
                  <a:pt x="3967" y="12156"/>
                </a:cubicBezTo>
                <a:cubicBezTo>
                  <a:pt x="4009" y="12488"/>
                  <a:pt x="4106" y="12577"/>
                  <a:pt x="4421" y="12577"/>
                </a:cubicBezTo>
                <a:cubicBezTo>
                  <a:pt x="4834" y="12577"/>
                  <a:pt x="4948" y="12309"/>
                  <a:pt x="4872" y="11511"/>
                </a:cubicBezTo>
                <a:cubicBezTo>
                  <a:pt x="4851" y="11290"/>
                  <a:pt x="4853" y="10928"/>
                  <a:pt x="4876" y="10642"/>
                </a:cubicBezTo>
                <a:cubicBezTo>
                  <a:pt x="4953" y="9701"/>
                  <a:pt x="4832" y="9360"/>
                  <a:pt x="4421" y="9360"/>
                </a:cubicBezTo>
                <a:close/>
                <a:moveTo>
                  <a:pt x="17428" y="10746"/>
                </a:moveTo>
                <a:cubicBezTo>
                  <a:pt x="17407" y="10758"/>
                  <a:pt x="17393" y="10816"/>
                  <a:pt x="17387" y="10934"/>
                </a:cubicBezTo>
                <a:cubicBezTo>
                  <a:pt x="17378" y="11102"/>
                  <a:pt x="17355" y="11174"/>
                  <a:pt x="17336" y="11095"/>
                </a:cubicBezTo>
                <a:cubicBezTo>
                  <a:pt x="17286" y="10893"/>
                  <a:pt x="17160" y="12220"/>
                  <a:pt x="17195" y="12585"/>
                </a:cubicBezTo>
                <a:cubicBezTo>
                  <a:pt x="17210" y="12749"/>
                  <a:pt x="17259" y="12971"/>
                  <a:pt x="17303" y="13078"/>
                </a:cubicBezTo>
                <a:cubicBezTo>
                  <a:pt x="17381" y="13267"/>
                  <a:pt x="17381" y="13287"/>
                  <a:pt x="17293" y="14019"/>
                </a:cubicBezTo>
                <a:cubicBezTo>
                  <a:pt x="17227" y="14566"/>
                  <a:pt x="17194" y="14677"/>
                  <a:pt x="17171" y="14428"/>
                </a:cubicBezTo>
                <a:cubicBezTo>
                  <a:pt x="17130" y="13996"/>
                  <a:pt x="17009" y="14573"/>
                  <a:pt x="17009" y="15201"/>
                </a:cubicBezTo>
                <a:cubicBezTo>
                  <a:pt x="17009" y="15483"/>
                  <a:pt x="16980" y="15388"/>
                  <a:pt x="16916" y="14901"/>
                </a:cubicBezTo>
                <a:cubicBezTo>
                  <a:pt x="16802" y="14036"/>
                  <a:pt x="16736" y="14009"/>
                  <a:pt x="16612" y="14773"/>
                </a:cubicBezTo>
                <a:cubicBezTo>
                  <a:pt x="16514" y="15376"/>
                  <a:pt x="16491" y="16036"/>
                  <a:pt x="16552" y="16479"/>
                </a:cubicBezTo>
                <a:cubicBezTo>
                  <a:pt x="16623" y="16988"/>
                  <a:pt x="16639" y="18422"/>
                  <a:pt x="16577" y="18759"/>
                </a:cubicBezTo>
                <a:cubicBezTo>
                  <a:pt x="16497" y="19192"/>
                  <a:pt x="16502" y="19450"/>
                  <a:pt x="16599" y="20089"/>
                </a:cubicBezTo>
                <a:cubicBezTo>
                  <a:pt x="16644" y="20384"/>
                  <a:pt x="16711" y="20626"/>
                  <a:pt x="16748" y="20626"/>
                </a:cubicBezTo>
                <a:cubicBezTo>
                  <a:pt x="16863" y="20626"/>
                  <a:pt x="17079" y="19581"/>
                  <a:pt x="17125" y="18811"/>
                </a:cubicBezTo>
                <a:cubicBezTo>
                  <a:pt x="17167" y="18090"/>
                  <a:pt x="17181" y="17752"/>
                  <a:pt x="17232" y="16267"/>
                </a:cubicBezTo>
                <a:cubicBezTo>
                  <a:pt x="17254" y="15598"/>
                  <a:pt x="17274" y="15530"/>
                  <a:pt x="17439" y="15530"/>
                </a:cubicBezTo>
                <a:cubicBezTo>
                  <a:pt x="17581" y="15530"/>
                  <a:pt x="17631" y="15409"/>
                  <a:pt x="17667" y="14977"/>
                </a:cubicBezTo>
                <a:cubicBezTo>
                  <a:pt x="17700" y="14575"/>
                  <a:pt x="17700" y="14326"/>
                  <a:pt x="17667" y="14067"/>
                </a:cubicBezTo>
                <a:cubicBezTo>
                  <a:pt x="17634" y="13809"/>
                  <a:pt x="17635" y="13524"/>
                  <a:pt x="17670" y="13022"/>
                </a:cubicBezTo>
                <a:cubicBezTo>
                  <a:pt x="17709" y="12460"/>
                  <a:pt x="17705" y="12210"/>
                  <a:pt x="17652" y="11672"/>
                </a:cubicBezTo>
                <a:cubicBezTo>
                  <a:pt x="17595" y="11109"/>
                  <a:pt x="17488" y="10711"/>
                  <a:pt x="17428" y="10746"/>
                </a:cubicBezTo>
                <a:close/>
                <a:moveTo>
                  <a:pt x="14778" y="10798"/>
                </a:moveTo>
                <a:cubicBezTo>
                  <a:pt x="14732" y="10809"/>
                  <a:pt x="14685" y="10933"/>
                  <a:pt x="14636" y="11171"/>
                </a:cubicBezTo>
                <a:cubicBezTo>
                  <a:pt x="14504" y="11817"/>
                  <a:pt x="14497" y="12594"/>
                  <a:pt x="14621" y="12998"/>
                </a:cubicBezTo>
                <a:lnTo>
                  <a:pt x="14714" y="13302"/>
                </a:lnTo>
                <a:lnTo>
                  <a:pt x="14627" y="14023"/>
                </a:lnTo>
                <a:cubicBezTo>
                  <a:pt x="14570" y="14497"/>
                  <a:pt x="14524" y="14662"/>
                  <a:pt x="14493" y="14504"/>
                </a:cubicBezTo>
                <a:cubicBezTo>
                  <a:pt x="14467" y="14372"/>
                  <a:pt x="14352" y="14256"/>
                  <a:pt x="14236" y="14244"/>
                </a:cubicBezTo>
                <a:cubicBezTo>
                  <a:pt x="13980" y="14217"/>
                  <a:pt x="13832" y="14918"/>
                  <a:pt x="13864" y="16015"/>
                </a:cubicBezTo>
                <a:cubicBezTo>
                  <a:pt x="13875" y="16392"/>
                  <a:pt x="13864" y="16979"/>
                  <a:pt x="13841" y="17321"/>
                </a:cubicBezTo>
                <a:cubicBezTo>
                  <a:pt x="13807" y="17811"/>
                  <a:pt x="13812" y="18047"/>
                  <a:pt x="13867" y="18447"/>
                </a:cubicBezTo>
                <a:cubicBezTo>
                  <a:pt x="13921" y="18835"/>
                  <a:pt x="13989" y="18944"/>
                  <a:pt x="14157" y="18911"/>
                </a:cubicBezTo>
                <a:cubicBezTo>
                  <a:pt x="14277" y="18888"/>
                  <a:pt x="14404" y="18709"/>
                  <a:pt x="14440" y="18515"/>
                </a:cubicBezTo>
                <a:cubicBezTo>
                  <a:pt x="14529" y="18027"/>
                  <a:pt x="14564" y="17181"/>
                  <a:pt x="14511" y="16764"/>
                </a:cubicBezTo>
                <a:cubicBezTo>
                  <a:pt x="14442" y="16215"/>
                  <a:pt x="14582" y="15581"/>
                  <a:pt x="14795" y="15482"/>
                </a:cubicBezTo>
                <a:cubicBezTo>
                  <a:pt x="14896" y="15435"/>
                  <a:pt x="14973" y="15288"/>
                  <a:pt x="14965" y="15157"/>
                </a:cubicBezTo>
                <a:cubicBezTo>
                  <a:pt x="14958" y="15026"/>
                  <a:pt x="14976" y="14824"/>
                  <a:pt x="15004" y="14708"/>
                </a:cubicBezTo>
                <a:cubicBezTo>
                  <a:pt x="15045" y="14543"/>
                  <a:pt x="15045" y="14413"/>
                  <a:pt x="15006" y="14103"/>
                </a:cubicBezTo>
                <a:cubicBezTo>
                  <a:pt x="14968" y="13801"/>
                  <a:pt x="14967" y="13554"/>
                  <a:pt x="15004" y="13022"/>
                </a:cubicBezTo>
                <a:cubicBezTo>
                  <a:pt x="15043" y="12460"/>
                  <a:pt x="15040" y="12210"/>
                  <a:pt x="14986" y="11672"/>
                </a:cubicBezTo>
                <a:cubicBezTo>
                  <a:pt x="14926" y="11075"/>
                  <a:pt x="14855" y="10780"/>
                  <a:pt x="14778" y="10798"/>
                </a:cubicBezTo>
                <a:close/>
                <a:moveTo>
                  <a:pt x="19686" y="12341"/>
                </a:moveTo>
                <a:cubicBezTo>
                  <a:pt x="19621" y="12355"/>
                  <a:pt x="19553" y="12560"/>
                  <a:pt x="19482" y="12958"/>
                </a:cubicBezTo>
                <a:cubicBezTo>
                  <a:pt x="19375" y="13560"/>
                  <a:pt x="19367" y="13745"/>
                  <a:pt x="19367" y="15618"/>
                </a:cubicBezTo>
                <a:cubicBezTo>
                  <a:pt x="19367" y="17380"/>
                  <a:pt x="19379" y="17717"/>
                  <a:pt x="19466" y="18322"/>
                </a:cubicBezTo>
                <a:cubicBezTo>
                  <a:pt x="19704" y="19974"/>
                  <a:pt x="20044" y="18504"/>
                  <a:pt x="20044" y="15826"/>
                </a:cubicBezTo>
                <a:cubicBezTo>
                  <a:pt x="20044" y="14484"/>
                  <a:pt x="19992" y="13593"/>
                  <a:pt x="19874" y="12873"/>
                </a:cubicBezTo>
                <a:cubicBezTo>
                  <a:pt x="19813" y="12504"/>
                  <a:pt x="19751" y="12326"/>
                  <a:pt x="19686" y="12341"/>
                </a:cubicBezTo>
                <a:close/>
                <a:moveTo>
                  <a:pt x="7168" y="12357"/>
                </a:moveTo>
                <a:cubicBezTo>
                  <a:pt x="6879" y="12254"/>
                  <a:pt x="6701" y="15009"/>
                  <a:pt x="6860" y="17497"/>
                </a:cubicBezTo>
                <a:cubicBezTo>
                  <a:pt x="6959" y="19036"/>
                  <a:pt x="7206" y="19531"/>
                  <a:pt x="7352" y="18479"/>
                </a:cubicBezTo>
                <a:cubicBezTo>
                  <a:pt x="7448" y="17785"/>
                  <a:pt x="7554" y="18253"/>
                  <a:pt x="7518" y="19208"/>
                </a:cubicBezTo>
                <a:cubicBezTo>
                  <a:pt x="7504" y="19558"/>
                  <a:pt x="7504" y="19961"/>
                  <a:pt x="7518" y="20101"/>
                </a:cubicBezTo>
                <a:cubicBezTo>
                  <a:pt x="7559" y="20540"/>
                  <a:pt x="7653" y="20382"/>
                  <a:pt x="7719" y="19761"/>
                </a:cubicBezTo>
                <a:cubicBezTo>
                  <a:pt x="7852" y="18524"/>
                  <a:pt x="7756" y="16645"/>
                  <a:pt x="7576" y="16952"/>
                </a:cubicBezTo>
                <a:cubicBezTo>
                  <a:pt x="7504" y="17076"/>
                  <a:pt x="7496" y="16948"/>
                  <a:pt x="7496" y="15706"/>
                </a:cubicBezTo>
                <a:cubicBezTo>
                  <a:pt x="7496" y="14051"/>
                  <a:pt x="7383" y="12672"/>
                  <a:pt x="7227" y="12417"/>
                </a:cubicBezTo>
                <a:cubicBezTo>
                  <a:pt x="7207" y="12384"/>
                  <a:pt x="7188" y="12363"/>
                  <a:pt x="7168" y="12357"/>
                </a:cubicBezTo>
                <a:close/>
                <a:moveTo>
                  <a:pt x="15814" y="13210"/>
                </a:moveTo>
                <a:cubicBezTo>
                  <a:pt x="15749" y="13228"/>
                  <a:pt x="15697" y="13790"/>
                  <a:pt x="15697" y="14624"/>
                </a:cubicBezTo>
                <a:cubicBezTo>
                  <a:pt x="15697" y="15498"/>
                  <a:pt x="15691" y="15530"/>
                  <a:pt x="15537" y="15530"/>
                </a:cubicBezTo>
                <a:cubicBezTo>
                  <a:pt x="15429" y="15530"/>
                  <a:pt x="15369" y="15666"/>
                  <a:pt x="15352" y="15955"/>
                </a:cubicBezTo>
                <a:cubicBezTo>
                  <a:pt x="15313" y="16628"/>
                  <a:pt x="15362" y="16872"/>
                  <a:pt x="15536" y="16872"/>
                </a:cubicBezTo>
                <a:cubicBezTo>
                  <a:pt x="15695" y="16872"/>
                  <a:pt x="15697" y="16882"/>
                  <a:pt x="15697" y="17890"/>
                </a:cubicBezTo>
                <a:cubicBezTo>
                  <a:pt x="15697" y="18450"/>
                  <a:pt x="15719" y="19055"/>
                  <a:pt x="15746" y="19232"/>
                </a:cubicBezTo>
                <a:cubicBezTo>
                  <a:pt x="15773" y="19409"/>
                  <a:pt x="15806" y="19552"/>
                  <a:pt x="15820" y="19552"/>
                </a:cubicBezTo>
                <a:cubicBezTo>
                  <a:pt x="15887" y="19552"/>
                  <a:pt x="15943" y="18802"/>
                  <a:pt x="15943" y="17890"/>
                </a:cubicBezTo>
                <a:cubicBezTo>
                  <a:pt x="15943" y="16882"/>
                  <a:pt x="15945" y="16872"/>
                  <a:pt x="16105" y="16872"/>
                </a:cubicBezTo>
                <a:cubicBezTo>
                  <a:pt x="16193" y="16872"/>
                  <a:pt x="16278" y="16746"/>
                  <a:pt x="16293" y="16592"/>
                </a:cubicBezTo>
                <a:cubicBezTo>
                  <a:pt x="16339" y="16103"/>
                  <a:pt x="16225" y="15530"/>
                  <a:pt x="16081" y="15530"/>
                </a:cubicBezTo>
                <a:cubicBezTo>
                  <a:pt x="15951" y="15530"/>
                  <a:pt x="15943" y="15475"/>
                  <a:pt x="15943" y="14624"/>
                </a:cubicBezTo>
                <a:cubicBezTo>
                  <a:pt x="15943" y="14126"/>
                  <a:pt x="15915" y="13566"/>
                  <a:pt x="15881" y="13382"/>
                </a:cubicBezTo>
                <a:cubicBezTo>
                  <a:pt x="15858" y="13258"/>
                  <a:pt x="15836" y="13204"/>
                  <a:pt x="15814" y="13210"/>
                </a:cubicBezTo>
                <a:close/>
                <a:moveTo>
                  <a:pt x="11408" y="13991"/>
                </a:moveTo>
                <a:cubicBezTo>
                  <a:pt x="11373" y="13985"/>
                  <a:pt x="11339" y="14084"/>
                  <a:pt x="11280" y="14284"/>
                </a:cubicBezTo>
                <a:cubicBezTo>
                  <a:pt x="11034" y="15114"/>
                  <a:pt x="11013" y="17572"/>
                  <a:pt x="11242" y="18623"/>
                </a:cubicBezTo>
                <a:cubicBezTo>
                  <a:pt x="11358" y="19156"/>
                  <a:pt x="11443" y="19117"/>
                  <a:pt x="11569" y="18467"/>
                </a:cubicBezTo>
                <a:lnTo>
                  <a:pt x="11676" y="17918"/>
                </a:lnTo>
                <a:lnTo>
                  <a:pt x="11801" y="18523"/>
                </a:lnTo>
                <a:cubicBezTo>
                  <a:pt x="11911" y="19054"/>
                  <a:pt x="11942" y="19091"/>
                  <a:pt x="12054" y="18815"/>
                </a:cubicBezTo>
                <a:cubicBezTo>
                  <a:pt x="12142" y="18598"/>
                  <a:pt x="12206" y="18584"/>
                  <a:pt x="12259" y="18771"/>
                </a:cubicBezTo>
                <a:cubicBezTo>
                  <a:pt x="12302" y="18920"/>
                  <a:pt x="12355" y="18963"/>
                  <a:pt x="12379" y="18867"/>
                </a:cubicBezTo>
                <a:cubicBezTo>
                  <a:pt x="12402" y="18772"/>
                  <a:pt x="12665" y="18707"/>
                  <a:pt x="12963" y="18723"/>
                </a:cubicBezTo>
                <a:cubicBezTo>
                  <a:pt x="13479" y="18751"/>
                  <a:pt x="13679" y="18539"/>
                  <a:pt x="13566" y="18082"/>
                </a:cubicBezTo>
                <a:cubicBezTo>
                  <a:pt x="13533" y="17951"/>
                  <a:pt x="13521" y="17279"/>
                  <a:pt x="13530" y="16103"/>
                </a:cubicBezTo>
                <a:lnTo>
                  <a:pt x="13544" y="14324"/>
                </a:lnTo>
                <a:lnTo>
                  <a:pt x="12933" y="14244"/>
                </a:lnTo>
                <a:cubicBezTo>
                  <a:pt x="12594" y="14201"/>
                  <a:pt x="12304" y="14278"/>
                  <a:pt x="12283" y="14416"/>
                </a:cubicBezTo>
                <a:cubicBezTo>
                  <a:pt x="12259" y="14569"/>
                  <a:pt x="12203" y="14523"/>
                  <a:pt x="12136" y="14296"/>
                </a:cubicBezTo>
                <a:cubicBezTo>
                  <a:pt x="12010" y="13869"/>
                  <a:pt x="11902" y="14019"/>
                  <a:pt x="11771" y="14801"/>
                </a:cubicBezTo>
                <a:cubicBezTo>
                  <a:pt x="11720" y="15104"/>
                  <a:pt x="11678" y="15231"/>
                  <a:pt x="11678" y="15081"/>
                </a:cubicBezTo>
                <a:cubicBezTo>
                  <a:pt x="11678" y="14931"/>
                  <a:pt x="11617" y="14595"/>
                  <a:pt x="11543" y="14332"/>
                </a:cubicBezTo>
                <a:cubicBezTo>
                  <a:pt x="11480" y="14110"/>
                  <a:pt x="11443" y="13998"/>
                  <a:pt x="11408" y="13991"/>
                </a:cubicBezTo>
                <a:close/>
                <a:moveTo>
                  <a:pt x="18563" y="14680"/>
                </a:moveTo>
                <a:cubicBezTo>
                  <a:pt x="18353" y="14676"/>
                  <a:pt x="18135" y="14829"/>
                  <a:pt x="18086" y="15149"/>
                </a:cubicBezTo>
                <a:cubicBezTo>
                  <a:pt x="18031" y="15512"/>
                  <a:pt x="18030" y="15615"/>
                  <a:pt x="18079" y="15818"/>
                </a:cubicBezTo>
                <a:cubicBezTo>
                  <a:pt x="18151" y="16118"/>
                  <a:pt x="18897" y="16135"/>
                  <a:pt x="18968" y="15838"/>
                </a:cubicBezTo>
                <a:cubicBezTo>
                  <a:pt x="18998" y="15718"/>
                  <a:pt x="19009" y="15420"/>
                  <a:pt x="18995" y="15173"/>
                </a:cubicBezTo>
                <a:cubicBezTo>
                  <a:pt x="18976" y="14851"/>
                  <a:pt x="18773" y="14685"/>
                  <a:pt x="18563" y="14680"/>
                </a:cubicBezTo>
                <a:close/>
                <a:moveTo>
                  <a:pt x="18562" y="16299"/>
                </a:moveTo>
                <a:cubicBezTo>
                  <a:pt x="18350" y="16291"/>
                  <a:pt x="18136" y="16434"/>
                  <a:pt x="18090" y="16732"/>
                </a:cubicBezTo>
                <a:cubicBezTo>
                  <a:pt x="18040" y="17061"/>
                  <a:pt x="18039" y="17197"/>
                  <a:pt x="18083" y="17525"/>
                </a:cubicBezTo>
                <a:cubicBezTo>
                  <a:pt x="18157" y="18073"/>
                  <a:pt x="18886" y="18108"/>
                  <a:pt x="18999" y="17569"/>
                </a:cubicBezTo>
                <a:cubicBezTo>
                  <a:pt x="19065" y="17252"/>
                  <a:pt x="19069" y="17130"/>
                  <a:pt x="19022" y="16764"/>
                </a:cubicBezTo>
                <a:cubicBezTo>
                  <a:pt x="18984" y="16463"/>
                  <a:pt x="18774" y="16307"/>
                  <a:pt x="18562" y="16299"/>
                </a:cubicBezTo>
                <a:close/>
              </a:path>
            </a:pathLst>
          </a:cu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34_DynamicRainbow">
  <a:themeElements>
    <a:clrScheme name="34_DynamicRainbow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599DFF"/>
      </a:accent1>
      <a:accent2>
        <a:srgbClr val="00D4D2"/>
      </a:accent2>
      <a:accent3>
        <a:srgbClr val="38E53A"/>
      </a:accent3>
      <a:accent4>
        <a:srgbClr val="FFFA00"/>
      </a:accent4>
      <a:accent5>
        <a:srgbClr val="FF7D74"/>
      </a:accent5>
      <a:accent6>
        <a:srgbClr val="FF80E9"/>
      </a:accent6>
      <a:hlink>
        <a:srgbClr val="0000FF"/>
      </a:hlink>
      <a:folHlink>
        <a:srgbClr val="FF00FF"/>
      </a:folHlink>
    </a:clrScheme>
    <a:fontScheme name="34_DynamicRainbow">
      <a:majorFont>
        <a:latin typeface="Avenir Next Regular"/>
        <a:ea typeface="Avenir Next Regular"/>
        <a:cs typeface="Avenir Next Regular"/>
      </a:majorFont>
      <a:minorFont>
        <a:latin typeface="Avenir Next Regular"/>
        <a:ea typeface="Avenir Next Regular"/>
        <a:cs typeface="Avenir Next Regular"/>
      </a:minorFont>
    </a:fontScheme>
    <a:fmtScheme name="34_DynamicRainbow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200" b="0" i="0" u="none" strike="noStrike" cap="none" spc="-44" normalizeH="0" baseline="0">
            <a:ln>
              <a:noFill/>
            </a:ln>
            <a:solidFill>
              <a:srgbClr val="FFFFFF"/>
            </a:solidFill>
            <a:effectLst/>
            <a:uFillTx/>
            <a:latin typeface="Avenir Next Demi Bold"/>
            <a:ea typeface="Avenir Next Demi Bold"/>
            <a:cs typeface="Avenir Next Demi Bold"/>
            <a:sym typeface="Avenir Next Demi Bold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584200" rtl="0" fontAlgn="auto" latinLnBrk="0" hangingPunct="0">
          <a:lnSpc>
            <a:spcPct val="100000"/>
          </a:lnSpc>
          <a:spcBef>
            <a:spcPts val="3300"/>
          </a:spcBef>
          <a:spcAft>
            <a:spcPts val="0"/>
          </a:spcAft>
          <a:buClrTx/>
          <a:buSzTx/>
          <a:buFontTx/>
          <a:buNone/>
          <a:tabLst/>
          <a:defRPr kumimoji="0" sz="40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venir Next Demi Bold"/>
            <a:ea typeface="Avenir Next Demi Bold"/>
            <a:cs typeface="Avenir Next Demi Bold"/>
            <a:sym typeface="Avenir Next Demi Bold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34_DynamicRainbow">
  <a:themeElements>
    <a:clrScheme name="34_DynamicRainbow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599DFF"/>
      </a:accent1>
      <a:accent2>
        <a:srgbClr val="00D4D2"/>
      </a:accent2>
      <a:accent3>
        <a:srgbClr val="38E53A"/>
      </a:accent3>
      <a:accent4>
        <a:srgbClr val="FFFA00"/>
      </a:accent4>
      <a:accent5>
        <a:srgbClr val="FF7D74"/>
      </a:accent5>
      <a:accent6>
        <a:srgbClr val="FF80E9"/>
      </a:accent6>
      <a:hlink>
        <a:srgbClr val="0000FF"/>
      </a:hlink>
      <a:folHlink>
        <a:srgbClr val="FF00FF"/>
      </a:folHlink>
    </a:clrScheme>
    <a:fontScheme name="34_DynamicRainbow">
      <a:majorFont>
        <a:latin typeface="Avenir Next Regular"/>
        <a:ea typeface="Avenir Next Regular"/>
        <a:cs typeface="Avenir Next Regular"/>
      </a:majorFont>
      <a:minorFont>
        <a:latin typeface="Avenir Next Regular"/>
        <a:ea typeface="Avenir Next Regular"/>
        <a:cs typeface="Avenir Next Regular"/>
      </a:minorFont>
    </a:fontScheme>
    <a:fmtScheme name="34_DynamicRainbow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200" b="0" i="0" u="none" strike="noStrike" cap="none" spc="-44" normalizeH="0" baseline="0">
            <a:ln>
              <a:noFill/>
            </a:ln>
            <a:solidFill>
              <a:srgbClr val="FFFFFF"/>
            </a:solidFill>
            <a:effectLst/>
            <a:uFillTx/>
            <a:latin typeface="Avenir Next Demi Bold"/>
            <a:ea typeface="Avenir Next Demi Bold"/>
            <a:cs typeface="Avenir Next Demi Bold"/>
            <a:sym typeface="Avenir Next Demi Bold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584200" rtl="0" fontAlgn="auto" latinLnBrk="0" hangingPunct="0">
          <a:lnSpc>
            <a:spcPct val="100000"/>
          </a:lnSpc>
          <a:spcBef>
            <a:spcPts val="3300"/>
          </a:spcBef>
          <a:spcAft>
            <a:spcPts val="0"/>
          </a:spcAft>
          <a:buClrTx/>
          <a:buSzTx/>
          <a:buFontTx/>
          <a:buNone/>
          <a:tabLst/>
          <a:defRPr kumimoji="0" sz="40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venir Next Demi Bold"/>
            <a:ea typeface="Avenir Next Demi Bold"/>
            <a:cs typeface="Avenir Next Demi Bold"/>
            <a:sym typeface="Avenir Next Demi Bold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640</Words>
  <Application>Microsoft Macintosh PowerPoint</Application>
  <PresentationFormat>Произвольный</PresentationFormat>
  <Paragraphs>46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7" baseType="lpstr">
      <vt:lpstr>Avenir Next Demi Bold</vt:lpstr>
      <vt:lpstr>Avenir Next Medium</vt:lpstr>
      <vt:lpstr>Avenir Next Regular</vt:lpstr>
      <vt:lpstr>Cambria Math</vt:lpstr>
      <vt:lpstr>Helvetica Neue</vt:lpstr>
      <vt:lpstr>34_DynamicRainbow</vt:lpstr>
      <vt:lpstr>Эволюция производной и дифференциала</vt:lpstr>
      <vt:lpstr>Презентация PowerPoint</vt:lpstr>
      <vt:lpstr>Определение дифференцируемой функции</vt:lpstr>
      <vt:lpstr>Определение дифференциала, производной, разбор одномерного, многомерного, их сравнение</vt:lpstr>
      <vt:lpstr>Презентация PowerPoint</vt:lpstr>
      <vt:lpstr>Презентация PowerPoint</vt:lpstr>
      <vt:lpstr>Презентация PowerPoint</vt:lpstr>
      <vt:lpstr>Презентация PowerPoint</vt:lpstr>
      <vt:lpstr>Свойства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Эволюция производной и дифференциала</dc:title>
  <cp:lastModifiedBy>Влада Алексеева</cp:lastModifiedBy>
  <cp:revision>1</cp:revision>
  <dcterms:modified xsi:type="dcterms:W3CDTF">2024-01-13T09:47:31Z</dcterms:modified>
</cp:coreProperties>
</file>